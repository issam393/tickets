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e402e0d48a4045" /><Relationship Type="http://schemas.openxmlformats.org/officeDocument/2006/relationships/extended-properties" Target="/docProps/app.xml" Id="R5a733916c8d445e0" /><Relationship Type="http://schemas.openxmlformats.org/officeDocument/2006/relationships/officeDocument" Target="/ppt/presentation.xml" Id="R2f66049d28cc41e0" /></Relationships>
</file>

<file path=ppt/presentation.xml><?xml version="1.0" encoding="utf-8"?>
<p:presentation xmlns:p="http://schemas.openxmlformats.org/presentationml/2006/main">
  <p:sldMasterIdLst>
    <p:sldMasterId xmlns:r="http://schemas.openxmlformats.org/officeDocument/2006/relationships" id="2147483648" r:id="R64bfb3973b2b409c"/>
  </p:sldMasterIdLst>
  <p:notesMasterIdLst>
    <p:notesMasterId xmlns:r="http://schemas.openxmlformats.org/officeDocument/2006/relationships" r:id="R2cd0a70dc7974686"/>
  </p:notesMasterIdLst>
  <p:sldIdLst>
    <p:sldId xmlns:r="http://schemas.openxmlformats.org/officeDocument/2006/relationships" id="256" r:id="Ra7f0574120dc4901"/>
    <p:sldId xmlns:r="http://schemas.openxmlformats.org/officeDocument/2006/relationships" id="257" r:id="R00d27affe1344820"/>
    <p:sldId xmlns:r="http://schemas.openxmlformats.org/officeDocument/2006/relationships" id="258" r:id="Re57e1f15304c4491"/>
    <p:sldId xmlns:r="http://schemas.openxmlformats.org/officeDocument/2006/relationships" id="259" r:id="R17267355d7114072"/>
    <p:sldId xmlns:r="http://schemas.openxmlformats.org/officeDocument/2006/relationships" id="260" r:id="Rf8bc30868d3345dd"/>
    <p:sldId xmlns:r="http://schemas.openxmlformats.org/officeDocument/2006/relationships" id="261" r:id="R24909c9744924dd4"/>
    <p:sldId xmlns:r="http://schemas.openxmlformats.org/officeDocument/2006/relationships" id="262" r:id="R7af3118fb48d4bd3"/>
    <p:sldId xmlns:r="http://schemas.openxmlformats.org/officeDocument/2006/relationships" id="263" r:id="R128381b351bc4adf"/>
    <p:sldId xmlns:r="http://schemas.openxmlformats.org/officeDocument/2006/relationships" id="264" r:id="Ref0339e6dd214bad"/>
    <p:sldId xmlns:r="http://schemas.openxmlformats.org/officeDocument/2006/relationships" id="265" r:id="Rd44d30e170a44533"/>
    <p:sldId xmlns:r="http://schemas.openxmlformats.org/officeDocument/2006/relationships" id="266" r:id="Rdd2353f0d36f4f45"/>
    <p:sldId xmlns:r="http://schemas.openxmlformats.org/officeDocument/2006/relationships" id="267" r:id="R4d54f3e34101435a"/>
    <p:sldId xmlns:r="http://schemas.openxmlformats.org/officeDocument/2006/relationships" id="268" r:id="R41119f9e1a6f453e"/>
    <p:sldId xmlns:r="http://schemas.openxmlformats.org/officeDocument/2006/relationships" id="269" r:id="R2f64ee65a6554a1a"/>
    <p:sldId xmlns:r="http://schemas.openxmlformats.org/officeDocument/2006/relationships" id="270" r:id="Rf9ae4c566be349d5"/>
    <p:sldId xmlns:r="http://schemas.openxmlformats.org/officeDocument/2006/relationships" id="271" r:id="R778a37a8f1ac4bf4"/>
    <p:sldId xmlns:r="http://schemas.openxmlformats.org/officeDocument/2006/relationships" id="272" r:id="Rbbfb828f2b2a45b2"/>
    <p:sldId xmlns:r="http://schemas.openxmlformats.org/officeDocument/2006/relationships" id="273" r:id="R509ffcd6aa2b4eee"/>
    <p:sldId xmlns:r="http://schemas.openxmlformats.org/officeDocument/2006/relationships" id="274" r:id="R4655a67bffa745b5"/>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64bfb3973b2b409c" /><Relationship Type="http://schemas.openxmlformats.org/officeDocument/2006/relationships/theme" Target="/ppt/theme/theme1.xml" Id="Rd84c8f754f664516" /><Relationship Type="http://schemas.openxmlformats.org/officeDocument/2006/relationships/notesMaster" Target="/ppt/notesMasters/notesMaster1.xml" Id="R2cd0a70dc7974686" /><Relationship Type="http://schemas.openxmlformats.org/officeDocument/2006/relationships/presProps" Target="/ppt/presProps.xml" Id="Re5616b8c4636407e" /><Relationship Type="http://schemas.openxmlformats.org/officeDocument/2006/relationships/viewProps" Target="/ppt/viewProps.xml" Id="R13326c897e514f46" /><Relationship Type="http://schemas.openxmlformats.org/officeDocument/2006/relationships/tableStyles" Target="/ppt/tableStyles.xml" Id="Ra4010fdaa58b43d7" /><Relationship Type="http://schemas.openxmlformats.org/officeDocument/2006/relationships/slide" Target="/ppt/slides/slide1.xml" Id="Ra7f0574120dc4901" /><Relationship Type="http://schemas.openxmlformats.org/officeDocument/2006/relationships/slide" Target="/ppt/slides/slide2.xml" Id="R00d27affe1344820" /><Relationship Type="http://schemas.openxmlformats.org/officeDocument/2006/relationships/slide" Target="/ppt/slides/slide3.xml" Id="Re57e1f15304c4491" /><Relationship Type="http://schemas.openxmlformats.org/officeDocument/2006/relationships/slide" Target="/ppt/slides/slide4.xml" Id="R17267355d7114072" /><Relationship Type="http://schemas.openxmlformats.org/officeDocument/2006/relationships/slide" Target="/ppt/slides/slide5.xml" Id="Rf8bc30868d3345dd" /><Relationship Type="http://schemas.openxmlformats.org/officeDocument/2006/relationships/slide" Target="/ppt/slides/slide6.xml" Id="R24909c9744924dd4" /><Relationship Type="http://schemas.openxmlformats.org/officeDocument/2006/relationships/slide" Target="/ppt/slides/slide7.xml" Id="R7af3118fb48d4bd3" /><Relationship Type="http://schemas.openxmlformats.org/officeDocument/2006/relationships/slide" Target="/ppt/slides/slide8.xml" Id="R128381b351bc4adf" /><Relationship Type="http://schemas.openxmlformats.org/officeDocument/2006/relationships/slide" Target="/ppt/slides/slide9.xml" Id="Ref0339e6dd214bad" /><Relationship Type="http://schemas.openxmlformats.org/officeDocument/2006/relationships/slide" Target="/ppt/slides/slide10.xml" Id="Rd44d30e170a44533" /><Relationship Type="http://schemas.openxmlformats.org/officeDocument/2006/relationships/slide" Target="/ppt/slides/slide11.xml" Id="Rdd2353f0d36f4f45" /><Relationship Type="http://schemas.openxmlformats.org/officeDocument/2006/relationships/slide" Target="/ppt/slides/slide12.xml" Id="R4d54f3e34101435a" /><Relationship Type="http://schemas.openxmlformats.org/officeDocument/2006/relationships/slide" Target="/ppt/slides/slide13.xml" Id="R41119f9e1a6f453e" /><Relationship Type="http://schemas.openxmlformats.org/officeDocument/2006/relationships/slide" Target="/ppt/slides/slide14.xml" Id="R2f64ee65a6554a1a" /><Relationship Type="http://schemas.openxmlformats.org/officeDocument/2006/relationships/slide" Target="/ppt/slides/slide15.xml" Id="Rf9ae4c566be349d5" /><Relationship Type="http://schemas.openxmlformats.org/officeDocument/2006/relationships/slide" Target="/ppt/slides/slide16.xml" Id="R778a37a8f1ac4bf4" /><Relationship Type="http://schemas.openxmlformats.org/officeDocument/2006/relationships/slide" Target="/ppt/slides/slide17.xml" Id="Rbbfb828f2b2a45b2" /><Relationship Type="http://schemas.openxmlformats.org/officeDocument/2006/relationships/slide" Target="/ppt/slides/slide18.xml" Id="R509ffcd6aa2b4eee" /><Relationship Type="http://schemas.openxmlformats.org/officeDocument/2006/relationships/slide" Target="/ppt/slides/slide19.xml" Id="R4655a67bffa745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23c0eea4e194f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2695df89cc46c6" /><Relationship Type="http://schemas.openxmlformats.org/officeDocument/2006/relationships/notesMaster" Target="/ppt/notesMasters/notesMaster1.xml" Id="R326df38c3eea44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047da4ba674e68" /><Relationship Type="http://schemas.openxmlformats.org/officeDocument/2006/relationships/notesMaster" Target="/ppt/notesMasters/notesMaster1.xml" Id="R907229ae08c448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4b24cdff2a4e7a" /><Relationship Type="http://schemas.openxmlformats.org/officeDocument/2006/relationships/notesMaster" Target="/ppt/notesMasters/notesMaster1.xml" Id="R1d66a8f5608042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d9b857e568411f" /><Relationship Type="http://schemas.openxmlformats.org/officeDocument/2006/relationships/notesMaster" Target="/ppt/notesMasters/notesMaster1.xml" Id="R0429adc3633c4e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39d99851a74a92" /><Relationship Type="http://schemas.openxmlformats.org/officeDocument/2006/relationships/notesMaster" Target="/ppt/notesMasters/notesMaster1.xml" Id="Rf7b0c9a4827140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0606b44b344a2c" /><Relationship Type="http://schemas.openxmlformats.org/officeDocument/2006/relationships/notesMaster" Target="/ppt/notesMasters/notesMaster1.xml" Id="R8f8379da7d1848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c07e5170384282" /><Relationship Type="http://schemas.openxmlformats.org/officeDocument/2006/relationships/notesMaster" Target="/ppt/notesMasters/notesMaster1.xml" Id="R3f511f7ebc554a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2a3b6a9d37410f" /><Relationship Type="http://schemas.openxmlformats.org/officeDocument/2006/relationships/notesMaster" Target="/ppt/notesMasters/notesMaster1.xml" Id="R0b26687c4b3b49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4b2e288ba043b9" /><Relationship Type="http://schemas.openxmlformats.org/officeDocument/2006/relationships/notesMaster" Target="/ppt/notesMasters/notesMaster1.xml" Id="R471aea5adeb146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d78de4f3374866" /><Relationship Type="http://schemas.openxmlformats.org/officeDocument/2006/relationships/notesMaster" Target="/ppt/notesMasters/notesMaster1.xml" Id="R94fccb7ea5db40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d6cf5f96334f61" /><Relationship Type="http://schemas.openxmlformats.org/officeDocument/2006/relationships/notesMaster" Target="/ppt/notesMasters/notesMaster1.xml" Id="R037b05377d2c44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adf3ec47234ad5" /><Relationship Type="http://schemas.openxmlformats.org/officeDocument/2006/relationships/notesMaster" Target="/ppt/notesMasters/notesMaster1.xml" Id="R880d9429be094d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94b5358722498b" /><Relationship Type="http://schemas.openxmlformats.org/officeDocument/2006/relationships/notesMaster" Target="/ppt/notesMasters/notesMaster1.xml" Id="R0963f7b5393540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f9c4b74c04471a" /><Relationship Type="http://schemas.openxmlformats.org/officeDocument/2006/relationships/notesMaster" Target="/ppt/notesMasters/notesMaster1.xml" Id="R1c8ed23091fb47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89d292842304458" /><Relationship Type="http://schemas.openxmlformats.org/officeDocument/2006/relationships/notesMaster" Target="/ppt/notesMasters/notesMaster1.xml" Id="R5aabc0e430c9422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8639e1708849c2" /><Relationship Type="http://schemas.openxmlformats.org/officeDocument/2006/relationships/notesMaster" Target="/ppt/notesMasters/notesMaster1.xml" Id="Re83ef6d8411545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2342d39d41142c4" /><Relationship Type="http://schemas.openxmlformats.org/officeDocument/2006/relationships/notesMaster" Target="/ppt/notesMasters/notesMaster1.xml" Id="R95446c2e83614b6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c742e8a5b83419c" /><Relationship Type="http://schemas.openxmlformats.org/officeDocument/2006/relationships/notesMaster" Target="/ppt/notesMasters/notesMaster1.xml" Id="R5f6ced33bd6843a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ef51d30331844f5" /><Relationship Type="http://schemas.openxmlformats.org/officeDocument/2006/relationships/notesMaster" Target="/ppt/notesMasters/notesMaster1.xml" Id="R039ecbb9dad146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a7a39e39f94f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03b4cc413041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aafffc513e41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f15948a01747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c86f7f3e6d490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09f22fdfd104a3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d20aa0611db4a5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986bae3eb72485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c87001b78c0423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ad2d30191b0482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31d9d545b6a4ff3"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24D262-7860-43EF-A971-FB700AC14E01}"/>
              </a:ext>
            </a:extLst>
          </p:cNvPr>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p:txBody>
      </p:sp>
      <p:sp>
        <p:nvSpPr>
          <p:cNvPr id="3" name="Subtitle 2">
            <a:extLst xmlns:a="http://schemas.openxmlformats.org/drawingml/2006/main">
              <a:ext uri="{FF2B5EF4-FFF2-40B4-BE49-F238E27FC236}">
                <a16:creationId xmlns:a16="http://schemas.microsoft.com/office/drawing/2014/main" id="{B00321E1-BF43-48C6-9B16-24189A347119}"/>
              </a:ext>
            </a:extLst>
          </p:cNvPr>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E57B14B0-61E6-4182-9CD5-457439443922}"/>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94687987-C0CA-4914-8734-9C1462D555F5}"/>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6F29DFBC-A0E4-438A-9D0A-0A3A801A78CD}"/>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vertTx">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EF03E5-1AB8-41FA-BCA7-38036EB5A39A}"/>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3" name="Vertical Text Placeholder 2">
            <a:extLst xmlns:a="http://schemas.openxmlformats.org/drawingml/2006/main">
              <a:ext uri="{FF2B5EF4-FFF2-40B4-BE49-F238E27FC236}">
                <a16:creationId xmlns:a16="http://schemas.microsoft.com/office/drawing/2014/main" id="{1156B37D-A862-4841-87A8-0762AF9E010D}"/>
              </a:ext>
            </a:extLst>
          </p:cNvPr>
          <p:cNvSpPr/>
          <p:nvPr>
            <p:ph type="body" idx="1"/>
          </p:nvPr>
        </p:nvSpPr>
        <p:spPr/>
        <p:txBody>
          <a:bodyPr xmlns:a="http://schemas.openxmlformats.org/drawingml/2006/main" vert="eaVert"/>
          <a:lstStyle xmlns:a="http://schemas.openxmlformats.org/drawingml/2006/main"/>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6E980F6B-C78F-4BE4-8D93-6A8683A8A963}"/>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0663007D-DB85-492F-93A9-4309C357B1B8}"/>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44770F3-9E92-43B6-8FEE-6DAFEE7AC000}"/>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vertTitleAndTx">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310A018-80DE-42C0-8209-D871EF61782C}"/>
              </a:ext>
            </a:extLst>
          </p:cNvPr>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p:txBody>
      </p:sp>
      <p:sp>
        <p:nvSpPr>
          <p:cNvPr id="3" name="Vertical Text Placeholder 2">
            <a:extLst xmlns:a="http://schemas.openxmlformats.org/drawingml/2006/main">
              <a:ext uri="{FF2B5EF4-FFF2-40B4-BE49-F238E27FC236}">
                <a16:creationId xmlns:a16="http://schemas.microsoft.com/office/drawing/2014/main" id="{2ABD1BF6-2873-4291-84D1-16230DD83BF7}"/>
              </a:ext>
            </a:extLst>
          </p:cNvPr>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028F5C61-F161-4C79-BEAF-119926378360}"/>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4FE15EC9-3991-4263-B7AB-95AD5440861C}"/>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F6B2DAFB-F407-4B6B-8AA4-D5EFB07206EA}"/>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obj">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D69A39-74B1-4AD2-B06C-0A24F4CEF89E}"/>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3" name="Content Placeholder 2">
            <a:extLst xmlns:a="http://schemas.openxmlformats.org/drawingml/2006/main">
              <a:ext uri="{FF2B5EF4-FFF2-40B4-BE49-F238E27FC236}">
                <a16:creationId xmlns:a16="http://schemas.microsoft.com/office/drawing/2014/main" id="{D3FA97A2-5EEF-4180-A87F-1A0F7894C948}"/>
              </a:ext>
            </a:extLst>
          </p:cNvPr>
          <p:cNvSpPr/>
          <p:nvPr>
            <p:ph idx="1"/>
          </p:nvPr>
        </p:nvSpPr>
        <p:spPr/>
        <p:txBody>
          <a:bodyPr xmlns:a="http://schemas.openxmlformats.org/drawingml/2006/main"/>
          <a:lstStyle xmlns:a="http://schemas.openxmlformats.org/drawingml/2006/main"/>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59B9C0D0-ABBF-444F-89C9-EE323AED2D03}"/>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754A828C-F411-4351-8721-4E15652CD058}"/>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297A6AF-FE33-4B16-9914-FD33BAF2D4B4}"/>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secHead">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0CDE16-25D5-4F65-B902-B08EB1E8B170}"/>
              </a:ext>
            </a:extLst>
          </p:cNvPr>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p:txBody>
      </p:sp>
      <p:sp>
        <p:nvSpPr>
          <p:cNvPr id="3" name="Text Placeholder 2">
            <a:extLst xmlns:a="http://schemas.openxmlformats.org/drawingml/2006/main">
              <a:ext uri="{FF2B5EF4-FFF2-40B4-BE49-F238E27FC236}">
                <a16:creationId xmlns:a16="http://schemas.microsoft.com/office/drawing/2014/main" id="{A53824F4-586E-478F-AE98-C30198AA4A46}"/>
              </a:ext>
            </a:extLst>
          </p:cNvPr>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C3893480-6845-48CC-A025-3CF82FBCFA5F}"/>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ECC9DDCD-29D0-4046-B29A-4FB800CC5B1F}"/>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CE4560E3-3BEA-48D8-AB6F-8B8092CF24EE}"/>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twoObj">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50B0AA4-DE71-432E-8678-C442E24F9C45}"/>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3" name="Content Placeholder 2">
            <a:extLst xmlns:a="http://schemas.openxmlformats.org/drawingml/2006/main">
              <a:ext uri="{FF2B5EF4-FFF2-40B4-BE49-F238E27FC236}">
                <a16:creationId xmlns:a16="http://schemas.microsoft.com/office/drawing/2014/main" id="{AA4E9B2A-92D8-4D73-BBD9-0EC99779620C}"/>
              </a:ext>
            </a:extLst>
          </p:cNvPr>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p:txBody>
      </p:sp>
      <p:sp>
        <p:nvSpPr>
          <p:cNvPr id="4" name="Content Placeholder 3">
            <a:extLst xmlns:a="http://schemas.openxmlformats.org/drawingml/2006/main">
              <a:ext uri="{FF2B5EF4-FFF2-40B4-BE49-F238E27FC236}">
                <a16:creationId xmlns:a16="http://schemas.microsoft.com/office/drawing/2014/main" id="{8F7C3071-F007-438B-91C5-4A9C31CB123B}"/>
              </a:ext>
            </a:extLst>
          </p:cNvPr>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FC2CDCE8-5B73-4E0C-BAB6-6AE25E8CF8C8}"/>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62D2AA37-43E1-4B73-A7E8-C301E9CFDA01}"/>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E87D9E86-3BB4-4964-B165-9E9E8FC163B8}"/>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twoTxTwoObj">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5F5436-7691-4F89-8A2E-39736FEEB1F1}"/>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3" name="Text Placeholder 2">
            <a:extLst xmlns:a="http://schemas.openxmlformats.org/drawingml/2006/main">
              <a:ext uri="{FF2B5EF4-FFF2-40B4-BE49-F238E27FC236}">
                <a16:creationId xmlns:a16="http://schemas.microsoft.com/office/drawing/2014/main" id="{D19B99A1-7BF2-471D-9A9C-A0FCD7BACAC9}"/>
              </a:ext>
            </a:extLst>
          </p:cNvPr>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p:txBody>
      </p:sp>
      <p:sp>
        <p:nvSpPr>
          <p:cNvPr id="4" name="Content Placeholder 3">
            <a:extLst xmlns:a="http://schemas.openxmlformats.org/drawingml/2006/main">
              <a:ext uri="{FF2B5EF4-FFF2-40B4-BE49-F238E27FC236}">
                <a16:creationId xmlns:a16="http://schemas.microsoft.com/office/drawing/2014/main" id="{8CEE2936-A557-4183-BFC4-9C6666436F16}"/>
              </a:ext>
            </a:extLst>
          </p:cNvPr>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p:txBody>
      </p:sp>
      <p:sp>
        <p:nvSpPr>
          <p:cNvPr id="5" name="Text Placeholder 4">
            <a:extLst xmlns:a="http://schemas.openxmlformats.org/drawingml/2006/main">
              <a:ext uri="{FF2B5EF4-FFF2-40B4-BE49-F238E27FC236}">
                <a16:creationId xmlns:a16="http://schemas.microsoft.com/office/drawing/2014/main" id="{D9CE57F0-72D5-4E1D-A1BE-548E511B8627}"/>
              </a:ext>
            </a:extLst>
          </p:cNvPr>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p:txBody>
      </p:sp>
      <p:sp>
        <p:nvSpPr>
          <p:cNvPr id="6" name="Content Placeholder 5">
            <a:extLst xmlns:a="http://schemas.openxmlformats.org/drawingml/2006/main">
              <a:ext uri="{FF2B5EF4-FFF2-40B4-BE49-F238E27FC236}">
                <a16:creationId xmlns:a16="http://schemas.microsoft.com/office/drawing/2014/main" id="{FCEE3A54-DE6F-42C6-BF24-7850DFFCFA98}"/>
              </a:ext>
            </a:extLst>
          </p:cNvPr>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p:txBody>
      </p:sp>
      <p:sp>
        <p:nvSpPr>
          <p:cNvPr id="7" name="Date Placeholder 6">
            <a:extLst xmlns:a="http://schemas.openxmlformats.org/drawingml/2006/main">
              <a:ext uri="{FF2B5EF4-FFF2-40B4-BE49-F238E27FC236}">
                <a16:creationId xmlns:a16="http://schemas.microsoft.com/office/drawing/2014/main" id="{D2760544-E0A0-44DA-A703-A17372E7DEA4}"/>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8" name="Footer Placeholder 7">
            <a:extLst xmlns:a="http://schemas.openxmlformats.org/drawingml/2006/main">
              <a:ext uri="{FF2B5EF4-FFF2-40B4-BE49-F238E27FC236}">
                <a16:creationId xmlns:a16="http://schemas.microsoft.com/office/drawing/2014/main" id="{13A162CF-1E8F-4ADB-BBEF-A394DB8352DA}"/>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8DC20BBE-295C-49BA-BBD1-6F07C4E97399}"/>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titleOnly">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0E5018-7715-419D-8103-8DDCE5ACAEF4}"/>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F450B700-C319-483D-80EB-17D0B7E71406}"/>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C5B9F971-D8EF-4BAD-BA6A-CB04E490E881}"/>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B72E3AFF-FAE4-45CA-A473-BC38D919E7A0}"/>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blank">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423363D-F95F-4ECA-A89B-C87BBC27D425}"/>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BC3E4538-30B4-4A5F-975F-92BB9D1FF41C}"/>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4BA7AFDC-990D-4FB1-BDC8-7E29BE84A2ED}"/>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objTx">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763D31-5396-49A3-94FF-E21877E89487}"/>
              </a:ext>
            </a:extLst>
          </p:cNvPr>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p:txBody>
      </p:sp>
      <p:sp>
        <p:nvSpPr>
          <p:cNvPr id="3" name="Content Placeholder 2">
            <a:extLst xmlns:a="http://schemas.openxmlformats.org/drawingml/2006/main">
              <a:ext uri="{FF2B5EF4-FFF2-40B4-BE49-F238E27FC236}">
                <a16:creationId xmlns:a16="http://schemas.microsoft.com/office/drawing/2014/main" id="{5FFFF7B4-B7C2-4120-A6BA-36AB987A4683}"/>
              </a:ext>
            </a:extLst>
          </p:cNvPr>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07034F8F-D8E5-46DC-A331-47EF6482B1FF}"/>
              </a:ext>
            </a:extLst>
          </p:cNvPr>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221D33A9-2296-4709-AF55-90BCAD026D7D}"/>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64652FED-E4E6-4D94-BF09-4DB004123608}"/>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77F5906F-BC80-495A-BBA8-242985253F27}"/>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2.xml><?xml version="1.0" encoding="utf-8"?>
<p:sldLayout xmlns:p="http://schemas.openxmlformats.org/presentationml/2006/main" type="picTx">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6D1B3E-1FF1-4775-9D91-40F814AC0D09}"/>
              </a:ext>
            </a:extLst>
          </p:cNvPr>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p:txBody>
      </p:sp>
      <p:sp>
        <p:nvSpPr>
          <p:cNvPr id="3" name="Picture Placeholder 2">
            <a:extLst xmlns:a="http://schemas.openxmlformats.org/drawingml/2006/main">
              <a:ext uri="{FF2B5EF4-FFF2-40B4-BE49-F238E27FC236}">
                <a16:creationId xmlns:a16="http://schemas.microsoft.com/office/drawing/2014/main" id="{230C2B1F-0F75-45B4-AACC-4428F12B6406}"/>
              </a:ext>
            </a:extLst>
          </p:cNvPr>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6F3225BB-33F8-4985-9FEB-C438143DA862}"/>
              </a:ext>
            </a:extLst>
          </p:cNvPr>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C64D25AD-BEEF-40E1-A01E-9E7C06B174FB}"/>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8B46D4BA-7281-49A2-A1C1-05F6B136B0D7}"/>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BE2450E5-747D-4255-8844-EF2D481FD5A7}"/>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430f729e16f464c" /><Relationship Type="http://schemas.openxmlformats.org/officeDocument/2006/relationships/slideLayout" Target="/ppt/slideLayouts/slideLayout2.xml" Id="R77c76ada47314d41" /><Relationship Type="http://schemas.openxmlformats.org/officeDocument/2006/relationships/slideLayout" Target="/ppt/slideLayouts/slideLayout3.xml" Id="R07bd0b9c60684c84" /><Relationship Type="http://schemas.openxmlformats.org/officeDocument/2006/relationships/slideLayout" Target="/ppt/slideLayouts/slideLayout4.xml" Id="R963247ae29f243ed" /><Relationship Type="http://schemas.openxmlformats.org/officeDocument/2006/relationships/slideLayout" Target="/ppt/slideLayouts/slideLayout5.xml" Id="R1354d1e08a964a2f" /><Relationship Type="http://schemas.openxmlformats.org/officeDocument/2006/relationships/slideLayout" Target="/ppt/slideLayouts/slideLayout6.xml" Id="R8aa485db806045f6" /><Relationship Type="http://schemas.openxmlformats.org/officeDocument/2006/relationships/slideLayout" Target="/ppt/slideLayouts/slideLayout7.xml" Id="R6aaa9a0fb8b741eb" /><Relationship Type="http://schemas.openxmlformats.org/officeDocument/2006/relationships/slideLayout" Target="/ppt/slideLayouts/slideLayout8.xml" Id="Ra61541f42a284c10" /><Relationship Type="http://schemas.openxmlformats.org/officeDocument/2006/relationships/slideLayout" Target="/ppt/slideLayouts/slideLayout9.xml" Id="Rdc84ff63f7504584" /><Relationship Type="http://schemas.openxmlformats.org/officeDocument/2006/relationships/slideLayout" Target="/ppt/slideLayouts/slideLayout10.xml" Id="Re042a2583f8745c6" /><Relationship Type="http://schemas.openxmlformats.org/officeDocument/2006/relationships/slideLayout" Target="/ppt/slideLayouts/slideLayout11.xml" Id="R98e22ae5c0f74358" /><Relationship Type="http://schemas.openxmlformats.org/officeDocument/2006/relationships/slideLayout" Target="/ppt/slideLayouts/slideLayout12.xml" Id="R811b601652fa4f3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0ACE751-15CB-4CE3-A44A-36E5AACCAAC6}"/>
              </a:ext>
            </a:extLst>
          </p:cNvPr>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Text Placeholder 2">
            <a:extLst xmlns:a="http://schemas.openxmlformats.org/drawingml/2006/main">
              <a:ext uri="{FF2B5EF4-FFF2-40B4-BE49-F238E27FC236}">
                <a16:creationId xmlns:a16="http://schemas.microsoft.com/office/drawing/2014/main" id="{8CC7E0A0-7544-46C2-99B4-050BBB6641C6}"/>
              </a:ext>
            </a:extLst>
          </p:cNvPr>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EB836E65-7CA8-4A9B-AC08-14E22DB38D8A}"/>
              </a:ext>
            </a:extLst>
          </p:cNvPr>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13A28859-4FD0-4158-93BF-18468D14F42E}"/>
              </a:ext>
            </a:extLst>
          </p:cNvPr>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5743CB76-EBA2-41D4-B36A-B338F374AE39}"/>
              </a:ext>
            </a:extLst>
          </p:cNvPr>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c76ada47314d41"/>
    <p:sldLayoutId xmlns:r="http://schemas.openxmlformats.org/officeDocument/2006/relationships" id="2147483650" r:id="R07bd0b9c60684c84"/>
    <p:sldLayoutId xmlns:r="http://schemas.openxmlformats.org/officeDocument/2006/relationships" id="2147483651" r:id="R963247ae29f243ed"/>
    <p:sldLayoutId xmlns:r="http://schemas.openxmlformats.org/officeDocument/2006/relationships" id="2147483652" r:id="R1354d1e08a964a2f"/>
    <p:sldLayoutId xmlns:r="http://schemas.openxmlformats.org/officeDocument/2006/relationships" id="2147483653" r:id="R8aa485db806045f6"/>
    <p:sldLayoutId xmlns:r="http://schemas.openxmlformats.org/officeDocument/2006/relationships" id="2147483654" r:id="R6aaa9a0fb8b741eb"/>
    <p:sldLayoutId xmlns:r="http://schemas.openxmlformats.org/officeDocument/2006/relationships" id="2147483655" r:id="Ra61541f42a284c10"/>
    <p:sldLayoutId xmlns:r="http://schemas.openxmlformats.org/officeDocument/2006/relationships" id="2147483656" r:id="Rdc84ff63f7504584"/>
    <p:sldLayoutId xmlns:r="http://schemas.openxmlformats.org/officeDocument/2006/relationships" id="2147483657" r:id="Re042a2583f8745c6"/>
    <p:sldLayoutId xmlns:r="http://schemas.openxmlformats.org/officeDocument/2006/relationships" id="2147483658" r:id="R98e22ae5c0f74358"/>
    <p:sldLayoutId xmlns:r="http://schemas.openxmlformats.org/officeDocument/2006/relationships" id="2147483659" r:id="R811b601652fa4f30"/>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0.xml" Id="R690fb33d38814036" /><Relationship Type="http://schemas.openxmlformats.org/officeDocument/2006/relationships/image" Target="/ppt/media/image.png" Id="R75890b422660414e" /><Relationship Type="http://schemas.openxmlformats.org/officeDocument/2006/relationships/notesSlide" Target="/ppt/notesSlides/notesSlide1.xml" Id="R560b4b3ade944f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0.xml" Id="Rac463bea471c4483" /><Relationship Type="http://schemas.openxmlformats.org/officeDocument/2006/relationships/notesSlide" Target="/ppt/notesSlides/notesSlide2.xml" Id="Rf400291fc2a04c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0.xml" Id="Rdcc4cfe212144e9c" /><Relationship Type="http://schemas.openxmlformats.org/officeDocument/2006/relationships/notesSlide" Target="/ppt/notesSlides/notesSlide3.xml" Id="R5306edbba5f046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0.xml" Id="R1ffa384335a04656" /><Relationship Type="http://schemas.openxmlformats.org/officeDocument/2006/relationships/notesSlide" Target="/ppt/notesSlides/notesSlide4.xml" Id="R1e0b91b7e29549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xml" Id="Rf4a431ac4fd14bff" /><Relationship Type="http://schemas.openxmlformats.org/officeDocument/2006/relationships/image" Target="/ppt/media/image.jpeg" Id="R1895143cc75d4b96" /><Relationship Type="http://schemas.openxmlformats.org/officeDocument/2006/relationships/image" Target="/ppt/media/image2.jpeg" Id="R1a07af8143694d2d" /><Relationship Type="http://schemas.openxmlformats.org/officeDocument/2006/relationships/image" Target="/ppt/media/image3.jpeg" Id="R44cc58f7f9f449c0" /><Relationship Type="http://schemas.openxmlformats.org/officeDocument/2006/relationships/notesSlide" Target="/ppt/notesSlides/notesSlide5.xml" Id="Rbb83e7252ce847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4d5e8c6d33c4487c" /><Relationship Type="http://schemas.openxmlformats.org/officeDocument/2006/relationships/notesSlide" Target="/ppt/notesSlides/notesSlide6.xml" Id="Rc0bf3f73da2845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0.xml" Id="R6466c9aca7f74f0f" /><Relationship Type="http://schemas.openxmlformats.org/officeDocument/2006/relationships/notesSlide" Target="/ppt/notesSlides/notesSlide7.xml" Id="Rf46e50fd9b1347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0.xml" Id="R24520e8d38ec439f" /><Relationship Type="http://schemas.openxmlformats.org/officeDocument/2006/relationships/image" Target="/ppt/media/image.svg" Id="R7e7fa40fe78943ea" /><Relationship Type="http://schemas.openxmlformats.org/officeDocument/2006/relationships/image" Target="/ppt/media/image.jpeg" Id="R8223e636c10f4391" /><Relationship Type="http://schemas.openxmlformats.org/officeDocument/2006/relationships/image" Target="/ppt/media/image2.svg" Id="R18f926ef13734bc4" /><Relationship Type="http://schemas.openxmlformats.org/officeDocument/2006/relationships/image" Target="/ppt/media/image2.jpeg" Id="Ref6a3e86f4a74f91" /><Relationship Type="http://schemas.openxmlformats.org/officeDocument/2006/relationships/notesSlide" Target="/ppt/notesSlides/notesSlide8.xml" Id="R3c6235eb740e4e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0.xml" Id="Rd1c5d47c95df4396" /><Relationship Type="http://schemas.openxmlformats.org/officeDocument/2006/relationships/notesSlide" Target="/ppt/notesSlides/notesSlide9.xml" Id="R4c79f1275d6442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0.xml" Id="Reb0998a36c7b4f44" /><Relationship Type="http://schemas.openxmlformats.org/officeDocument/2006/relationships/notesSlide" Target="/ppt/notesSlides/notesSlide10.xml" Id="R389af24c508540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0.xml" Id="R8e56d943e7e0489b" /><Relationship Type="http://schemas.openxmlformats.org/officeDocument/2006/relationships/notesSlide" Target="/ppt/notesSlides/notesSlide11.xml" Id="R0c95c871951449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0.xml" Id="Rfafd0aeca4754b26" /><Relationship Type="http://schemas.openxmlformats.org/officeDocument/2006/relationships/notesSlide" Target="/ppt/notesSlides/notesSlide12.xml" Id="R766e0ef9698b4a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0.xml" Id="Rc686ef848a954ffd" /><Relationship Type="http://schemas.openxmlformats.org/officeDocument/2006/relationships/notesSlide" Target="/ppt/notesSlides/notesSlide13.xml" Id="Rc677f195f9e245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0.xml" Id="R827fe86d00af4370" /><Relationship Type="http://schemas.openxmlformats.org/officeDocument/2006/relationships/notesSlide" Target="/ppt/notesSlides/notesSlide14.xml" Id="R2786f02c8eeb4e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0.xml" Id="R17db579c46d54ce6" /><Relationship Type="http://schemas.openxmlformats.org/officeDocument/2006/relationships/notesSlide" Target="/ppt/notesSlides/notesSlide15.xml" Id="Re7993dd962024b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0.xml" Id="R31caf029bb8e4407" /><Relationship Type="http://schemas.openxmlformats.org/officeDocument/2006/relationships/notesSlide" Target="/ppt/notesSlides/notesSlide16.xml" Id="Rf3564a4ce482407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0.xml" Id="R14e656eefff549ff" /><Relationship Type="http://schemas.openxmlformats.org/officeDocument/2006/relationships/image" Target="/ppt/media/image2.jpeg" Id="R4facde6e4d484103" /><Relationship Type="http://schemas.openxmlformats.org/officeDocument/2006/relationships/notesSlide" Target="/ppt/notesSlides/notesSlide17.xml" Id="Rf176046e79094fc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0.xml" Id="R26c67fab53634759" /><Relationship Type="http://schemas.openxmlformats.org/officeDocument/2006/relationships/image" Target="/ppt/media/image2.jpeg" Id="R53ba9819eb5645f4" /><Relationship Type="http://schemas.openxmlformats.org/officeDocument/2006/relationships/notesSlide" Target="/ppt/notesSlides/notesSlide18.xml" Id="R22fc53d5b9af4b7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0.xml" Id="R7d322e5020a8442c" /><Relationship Type="http://schemas.openxmlformats.org/officeDocument/2006/relationships/notesSlide" Target="/ppt/notesSlides/notesSlide19.xml" Id="R2363588b55b54bf2" /></Relationships>
</file>

<file path=ppt/slides/slide1.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5A613C9-088D-4C50-9E5C-6A5FA367ACB5}"/>
              </a:ext>
            </a:extLst>
          </p:cNvPr>
          <p:cNvSpPr>
            <a:spLocks xmlns:a="http://schemas.openxmlformats.org/drawingml/2006/main" noGrp="1"/>
          </p:cNvSpPr>
          <p:nvPr/>
        </p:nvSpPr>
        <p:spPr>
          <a:xfrm xmlns:a="http://schemas.openxmlformats.org/drawingml/2006/main" rot="0">
            <a:off x="623628" y="640539"/>
            <a:ext cx="17017760" cy="9081461"/>
          </a:xfrm>
          <a:custGeom xmlns:a="http://schemas.openxmlformats.org/drawingml/2006/main">
            <a:rect l="l" t="t" r="r" b="b"/>
            <a:pathLst>
              <a:path w="4482044" h="2391825">
                <a:moveTo>
                  <a:pt x="0" y="0"/>
                </a:moveTo>
                <a:lnTo>
                  <a:pt x="4482044" y="0"/>
                </a:lnTo>
                <a:lnTo>
                  <a:pt x="4482044" y="2391825"/>
                </a:lnTo>
                <a:lnTo>
                  <a:pt x="0" y="2391825"/>
                </a:lnTo>
                <a:close/>
              </a:path>
            </a:pathLst>
          </a:custGeom>
          <a:ln xmlns:a="http://schemas.openxmlformats.org/drawingml/2006/main" w="19050">
            <a:solidFill>
              <a:srgbClr val="373132"/>
            </a:solidFill>
            <a:prstDash val="solid"/>
          </a:ln>
        </p:spPr>
      </p:sp>
      <p:sp>
        <p:nvSpPr>
          <p:cNvPr id="4" name="TextBox 4">
            <a:extLst xmlns:a="http://schemas.openxmlformats.org/drawingml/2006/main">
              <a:ext uri="{FF2B5EF4-FFF2-40B4-BE49-F238E27FC236}">
                <a16:creationId xmlns:a16="http://schemas.microsoft.com/office/drawing/2014/main" id="{3DD3190B-D447-4CF3-A90A-93BA18A8C3FD}"/>
              </a:ext>
            </a:extLst>
          </p:cNvPr>
          <p:cNvSpPr>
            <a:spLocks xmlns:a="http://schemas.openxmlformats.org/drawingml/2006/main" noGrp="1"/>
          </p:cNvSpPr>
          <p:nvPr/>
        </p:nvSpPr>
        <p:spPr>
          <a:xfrm xmlns:a="http://schemas.openxmlformats.org/drawingml/2006/main" rot="0">
            <a:off x="623628" y="712869"/>
            <a:ext cx="17017760" cy="900912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1989"/>
              </a:lnSpc>
              <a:buNone/>
            </a:pPr>
          </a:p>
        </p:txBody>
      </p:sp>
      <p:sp>
        <p:nvSpPr>
          <p:cNvPr id="5" name="Freeform 5">
            <a:extLst xmlns:a="http://schemas.openxmlformats.org/drawingml/2006/main">
              <a:ext uri="{FF2B5EF4-FFF2-40B4-BE49-F238E27FC236}">
                <a16:creationId xmlns:a16="http://schemas.microsoft.com/office/drawing/2014/main" id="{0A669FCD-E59E-424B-B8CD-9D3F2EA88456}"/>
              </a:ext>
            </a:extLst>
          </p:cNvPr>
          <p:cNvSpPr>
            <a:spLocks xmlns:a="http://schemas.openxmlformats.org/drawingml/2006/main" noGrp="1"/>
          </p:cNvSpPr>
          <p:nvPr/>
        </p:nvSpPr>
        <p:spPr>
          <a:xfrm xmlns:a="http://schemas.openxmlformats.org/drawingml/2006/main" rot="0">
            <a:off x="11273111" y="2254469"/>
            <a:ext cx="5778062" cy="5778062"/>
          </a:xfrm>
          <a:custGeom xmlns:a="http://schemas.openxmlformats.org/drawingml/2006/main">
            <a:rect l="l" t="t" r="r" b="b"/>
            <a:pathLst>
              <a:path w="5778062" h="5778062">
                <a:moveTo>
                  <a:pt x="0" y="0"/>
                </a:moveTo>
                <a:lnTo>
                  <a:pt x="5778062" y="0"/>
                </a:lnTo>
                <a:lnTo>
                  <a:pt x="5778062" y="5778062"/>
                </a:lnTo>
                <a:lnTo>
                  <a:pt x="0" y="5778062"/>
                </a:lnTo>
                <a:lnTo>
                  <a:pt x="0" y="0"/>
                </a:lnTo>
                <a:close/>
              </a:path>
            </a:pathLst>
          </a:custGeom>
          <a:blipFill xmlns:a="http://schemas.openxmlformats.org/drawingml/2006/main">
            <a:blip xmlns:r="http://schemas.openxmlformats.org/officeDocument/2006/relationships" r:embed="R75890b422660414e"/>
            <a:stretch>
              <a:fillRect l="0" t="0" r="0" b="0"/>
            </a:stretch>
          </a:blipFill>
        </p:spPr>
      </p:sp>
      <p:sp>
        <p:nvSpPr>
          <p:cNvPr id="6" name="TextBox 6">
            <a:extLst xmlns:a="http://schemas.openxmlformats.org/drawingml/2006/main">
              <a:ext uri="{FF2B5EF4-FFF2-40B4-BE49-F238E27FC236}">
                <a16:creationId xmlns:a16="http://schemas.microsoft.com/office/drawing/2014/main" id="{1D11EE7B-4B6D-4A87-B35D-9210821170AE}"/>
              </a:ext>
            </a:extLst>
          </p:cNvPr>
          <p:cNvSpPr>
            <a:spLocks xmlns:a="http://schemas.openxmlformats.org/drawingml/2006/main" noGrp="1"/>
          </p:cNvSpPr>
          <p:nvPr/>
        </p:nvSpPr>
        <p:spPr>
          <a:xfrm xmlns:a="http://schemas.openxmlformats.org/drawingml/2006/main" rot="0">
            <a:off x="1028700" y="3376930"/>
            <a:ext cx="9620677" cy="34378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6859"/>
              </a:lnSpc>
              <a:buNone/>
            </a:pPr>
            <a:r>
              <a:rPr sz="4899">
                <a:solidFill>
                  <a:srgbClr val="373132"/>
                </a:solidFill>
                <a:latin typeface="Chau Philomene"/>
                <a:ea typeface="Chau Philomene"/>
                <a:cs typeface="Chau Philomene"/>
              </a:rPr>
              <a:t>CONCEPTION ET RÉALISATION D’UNE APPLICATION WEB SÉCURISÉE DE GESTION ET DE LA</a:t>
            </a:r>
          </a:p>
          <a:p xmlns:a="http://schemas.openxmlformats.org/drawingml/2006/main">
            <a:pPr marL="0" indent="0" algn="ctr">
              <a:lnSpc>
                <a:spcPts val="6859"/>
              </a:lnSpc>
              <a:spcBef>
                <a:spcPts val="0"/>
              </a:spcBef>
              <a:buNone/>
            </a:pPr>
            <a:r>
              <a:rPr sz="4899">
                <a:solidFill>
                  <a:srgbClr val="373132"/>
                </a:solidFill>
                <a:latin typeface="Chau Philomene"/>
                <a:ea typeface="Chau Philomene"/>
                <a:cs typeface="Chau Philomene"/>
              </a:rPr>
              <a:t> RELATION CLIENT POUR L’AGCE</a:t>
            </a:r>
          </a:p>
        </p:txBody>
      </p:sp>
      <p:sp>
        <p:nvSpPr>
          <p:cNvPr id="7" name="TextBox 7">
            <a:extLst xmlns:a="http://schemas.openxmlformats.org/drawingml/2006/main">
              <a:ext uri="{FF2B5EF4-FFF2-40B4-BE49-F238E27FC236}">
                <a16:creationId xmlns:a16="http://schemas.microsoft.com/office/drawing/2014/main" id="{AB33DE91-9F9C-4D60-80EC-01B15D16AC2A}"/>
              </a:ext>
            </a:extLst>
          </p:cNvPr>
          <p:cNvSpPr>
            <a:spLocks xmlns:a="http://schemas.openxmlformats.org/drawingml/2006/main" noGrp="1"/>
          </p:cNvSpPr>
          <p:nvPr/>
        </p:nvSpPr>
        <p:spPr>
          <a:xfrm xmlns:a="http://schemas.openxmlformats.org/drawingml/2006/main" rot="0">
            <a:off x="14348079" y="8713841"/>
            <a:ext cx="3094253" cy="7572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1989"/>
              </a:lnSpc>
              <a:buNone/>
            </a:pPr>
            <a:r>
              <a:rPr sz="1876" spc="264">
                <a:solidFill>
                  <a:srgbClr val="373132"/>
                </a:solidFill>
                <a:latin typeface="Public Sans"/>
                <a:ea typeface="Public Sans"/>
                <a:cs typeface="Public Sans"/>
              </a:rPr>
              <a:t>RÉALISÉ </a:t>
            </a:r>
            <a:r>
              <a:rPr sz="1876" spc="264">
                <a:solidFill>
                  <a:srgbClr val="373132"/>
                </a:solidFill>
                <a:latin typeface="Public Sans"/>
                <a:ea typeface="Public Sans"/>
                <a:cs typeface="Public Sans"/>
              </a:rPr>
              <a:t>PAR </a:t>
            </a:r>
          </a:p>
          <a:p xmlns:a="http://schemas.openxmlformats.org/drawingml/2006/main">
            <a:pPr>
              <a:lnSpc>
                <a:spcPts val="1989"/>
              </a:lnSpc>
              <a:buNone/>
            </a:pPr>
            <a:r>
              <a:rPr sz="1876" spc="264">
                <a:solidFill>
                  <a:srgbClr val="373132"/>
                </a:solidFill>
                <a:latin typeface="Public Sans"/>
                <a:ea typeface="Public Sans"/>
                <a:cs typeface="Public Sans"/>
              </a:rPr>
              <a:t>LACEB KARIM ET </a:t>
            </a:r>
          </a:p>
          <a:p xmlns:a="http://schemas.openxmlformats.org/drawingml/2006/main">
            <a:pPr marL="0" indent="0">
              <a:lnSpc>
                <a:spcPts val="1989"/>
              </a:lnSpc>
              <a:spcBef>
                <a:spcPts val="0"/>
              </a:spcBef>
              <a:buNone/>
            </a:pPr>
            <a:r>
              <a:rPr sz="1876" spc="264">
                <a:solidFill>
                  <a:srgbClr val="373132"/>
                </a:solidFill>
                <a:latin typeface="Public Sans"/>
                <a:ea typeface="Public Sans"/>
                <a:cs typeface="Public Sans"/>
              </a:rPr>
              <a:t>OULADSMANE ISSAM</a:t>
            </a:r>
          </a:p>
        </p:txBody>
      </p:sp>
      <p:sp>
        <p:nvSpPr>
          <p:cNvPr id="8" name="TextBox 8">
            <a:extLst xmlns:a="http://schemas.openxmlformats.org/drawingml/2006/main">
              <a:ext uri="{FF2B5EF4-FFF2-40B4-BE49-F238E27FC236}">
                <a16:creationId xmlns:a16="http://schemas.microsoft.com/office/drawing/2014/main" id="{BF29C422-E5F6-4174-BD0F-FB31CC4F1E44}"/>
              </a:ext>
            </a:extLst>
          </p:cNvPr>
          <p:cNvSpPr>
            <a:spLocks xmlns:a="http://schemas.openxmlformats.org/drawingml/2006/main" noGrp="1"/>
          </p:cNvSpPr>
          <p:nvPr/>
        </p:nvSpPr>
        <p:spPr>
          <a:xfrm xmlns:a="http://schemas.openxmlformats.org/drawingml/2006/main" rot="0">
            <a:off x="13143115" y="907239"/>
            <a:ext cx="4299217" cy="2619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gn="r">
              <a:lnSpc>
                <a:spcPts val="1989"/>
              </a:lnSpc>
              <a:spcBef>
                <a:spcPts val="0"/>
              </a:spcBef>
              <a:buNone/>
            </a:pPr>
            <a:r>
              <a:rPr sz="1876" spc="264">
                <a:solidFill>
                  <a:srgbClr val="373132"/>
                </a:solidFill>
                <a:latin typeface="Public Sans"/>
                <a:ea typeface="Public Sans"/>
                <a:cs typeface="Public Sans"/>
              </a:rPr>
              <a:t>MAI 2026</a:t>
            </a:r>
          </a:p>
        </p:txBody>
      </p:sp>
      <p:sp>
        <p:nvSpPr>
          <p:cNvPr id="9" name="TextBox 9">
            <a:extLst xmlns:a="http://schemas.openxmlformats.org/drawingml/2006/main">
              <a:ext uri="{FF2B5EF4-FFF2-40B4-BE49-F238E27FC236}">
                <a16:creationId xmlns:a16="http://schemas.microsoft.com/office/drawing/2014/main" id="{DACB430F-17F8-4B33-97F1-B0032B8FAF30}"/>
              </a:ext>
            </a:extLst>
          </p:cNvPr>
          <p:cNvSpPr>
            <a:spLocks xmlns:a="http://schemas.openxmlformats.org/drawingml/2006/main" noGrp="1"/>
          </p:cNvSpPr>
          <p:nvPr/>
        </p:nvSpPr>
        <p:spPr>
          <a:xfrm xmlns:a="http://schemas.openxmlformats.org/drawingml/2006/main" rot="0">
            <a:off x="847177" y="8877203"/>
            <a:ext cx="5399814" cy="7572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1989"/>
              </a:lnSpc>
              <a:buNone/>
            </a:pPr>
            <a:r>
              <a:rPr sz="1876" spc="264">
                <a:solidFill>
                  <a:srgbClr val="373132"/>
                </a:solidFill>
                <a:latin typeface="Public Sans"/>
                <a:ea typeface="Public Sans"/>
                <a:cs typeface="Public Sans"/>
              </a:rPr>
              <a:t>ENCARDÉ PAR </a:t>
            </a:r>
          </a:p>
          <a:p xmlns:a="http://schemas.openxmlformats.org/drawingml/2006/main">
            <a:pPr>
              <a:lnSpc>
                <a:spcPts val="1989"/>
              </a:lnSpc>
              <a:buNone/>
            </a:pPr>
            <a:r>
              <a:rPr sz="1876" spc="264">
                <a:solidFill>
                  <a:srgbClr val="373132"/>
                </a:solidFill>
                <a:latin typeface="Public Sans"/>
                <a:ea typeface="Public Sans"/>
                <a:cs typeface="Public Sans"/>
              </a:rPr>
              <a:t>MME ARKAM MERIEM</a:t>
            </a:r>
          </a:p>
          <a:p xmlns:a="http://schemas.openxmlformats.org/drawingml/2006/main">
            <a:pPr marL="0" indent="0">
              <a:lnSpc>
                <a:spcPts val="1989"/>
              </a:lnSpc>
              <a:spcBef>
                <a:spcPts val="0"/>
              </a:spcBef>
              <a:buNone/>
            </a:pPr>
            <a:r>
              <a:rPr sz="1876" spc="264">
                <a:solidFill>
                  <a:srgbClr val="373132"/>
                </a:solidFill>
                <a:latin typeface="Public Sans"/>
                <a:ea typeface="Public Sans"/>
                <a:cs typeface="Public Sans"/>
              </a:rPr>
              <a:t>M. LEKHCHINE SAMI</a:t>
            </a:r>
          </a:p>
        </p:txBody>
      </p:sp>
      <p:sp>
        <p:nvSpPr>
          <p:cNvPr id="10" name="TextBox 10">
            <a:extLst xmlns:a="http://schemas.openxmlformats.org/drawingml/2006/main">
              <a:ext uri="{FF2B5EF4-FFF2-40B4-BE49-F238E27FC236}">
                <a16:creationId xmlns:a16="http://schemas.microsoft.com/office/drawing/2014/main" id="{22474CC7-1234-4FBD-8352-57CCB83FE90D}"/>
              </a:ext>
            </a:extLst>
          </p:cNvPr>
          <p:cNvSpPr>
            <a:spLocks xmlns:a="http://schemas.openxmlformats.org/drawingml/2006/main" noGrp="1"/>
          </p:cNvSpPr>
          <p:nvPr/>
        </p:nvSpPr>
        <p:spPr>
          <a:xfrm xmlns:a="http://schemas.openxmlformats.org/drawingml/2006/main" rot="0">
            <a:off x="847177" y="940611"/>
            <a:ext cx="9784989" cy="7572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989"/>
              </a:lnSpc>
              <a:spcBef>
                <a:spcPts val="0"/>
              </a:spcBef>
              <a:buNone/>
            </a:pPr>
            <a:r>
              <a:rPr sz="1876" spc="264">
                <a:solidFill>
                  <a:srgbClr val="373132"/>
                </a:solidFill>
                <a:latin typeface="Public Sans"/>
                <a:ea typeface="Public Sans"/>
                <a:cs typeface="Public Sans"/>
              </a:rPr>
              <a:t>UNIVERSITÉ SAAD DAHLEB BLIDA 1</a:t>
            </a:r>
          </a:p>
          <a:p xmlns:a="http://schemas.openxmlformats.org/drawingml/2006/main">
            <a:pPr algn="l">
              <a:lnSpc>
                <a:spcPts val="1989"/>
              </a:lnSpc>
              <a:spcBef>
                <a:spcPts val="0"/>
              </a:spcBef>
              <a:buNone/>
            </a:pPr>
          </a:p>
          <a:p xmlns:a="http://schemas.openxmlformats.org/drawingml/2006/main">
            <a:pPr algn="l">
              <a:lnSpc>
                <a:spcPts val="1989"/>
              </a:lnSpc>
              <a:spcBef>
                <a:spcPts val="0"/>
              </a:spcBef>
              <a:buNone/>
            </a:pPr>
            <a:r>
              <a:rPr sz="1876" spc="264">
                <a:solidFill>
                  <a:srgbClr val="373132"/>
                </a:solidFill>
                <a:latin typeface="Public Sans"/>
                <a:ea typeface="Public Sans"/>
                <a:cs typeface="Public Sans"/>
              </a:rPr>
              <a:t>FACULTÉ DES SCIENCES - DÉPARTEMENT D’INFORMATIQUE</a:t>
            </a:r>
          </a:p>
        </p:txBody>
      </p:sp>
    </p:spTree>
    <p:extLst>
      <p:ext uri="{BB962C8B-B14F-4D97-AF65-F5344CB8AC3E}">
        <p14:creationId xmlns:p14="http://schemas.microsoft.com/office/powerpoint/2010/main" val="1414742640"/>
      </p:ext>
    </p:extLst>
  </p:cSld>
</p:sld>
</file>

<file path=ppt/slides/slide2.xml><?xml version="1.0" encoding="utf-8"?>
<p:sld xmlns:p="http://schemas.openxmlformats.org/presentationml/2006/main">
  <p:cSld>
    <p:bg>
      <p:bgPr>
        <a:solidFill xmlns:a="http://schemas.openxmlformats.org/drawingml/2006/main">
          <a:srgbClr val="373132"/>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1EF6F298-4C2C-4710-B5B5-6C7FCA9C3EE8}"/>
              </a:ext>
            </a:extLst>
          </p:cNvPr>
          <p:cNvSpPr>
            <a:spLocks xmlns:a="http://schemas.openxmlformats.org/drawingml/2006/main" noGrp="1"/>
          </p:cNvSpPr>
          <p:nvPr/>
        </p:nvSpPr>
        <p:spPr>
          <a:xfrm xmlns:a="http://schemas.openxmlformats.org/drawingml/2006/main" rot="0">
            <a:off x="824880" y="329133"/>
            <a:ext cx="14128288" cy="15848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gn="l">
              <a:lnSpc>
                <a:spcPts val="12920"/>
              </a:lnSpc>
              <a:spcBef>
                <a:spcPts val="0"/>
              </a:spcBef>
              <a:buNone/>
            </a:pPr>
            <a:r>
              <a:rPr sz="9229" b="1" i="1">
                <a:solidFill>
                  <a:srgbClr val="E4E1D8"/>
                </a:solidFill>
                <a:latin typeface="Playfair Display Bold Italics"/>
                <a:ea typeface="Playfair Display Bold Italics"/>
                <a:cs typeface="Playfair Display Bold Italics"/>
              </a:rPr>
              <a:t>Plan de la présentation</a:t>
            </a:r>
          </a:p>
        </p:txBody>
      </p:sp>
      <p:sp>
        <p:nvSpPr>
          <p:cNvPr id="3" name="AutoShape 3">
            <a:extLst xmlns:a="http://schemas.openxmlformats.org/drawingml/2006/main">
              <a:ext uri="{FF2B5EF4-FFF2-40B4-BE49-F238E27FC236}">
                <a16:creationId xmlns:a16="http://schemas.microsoft.com/office/drawing/2014/main" id="{46A30566-C74C-4D38-BE0F-42D97D58C42B}"/>
              </a:ext>
            </a:extLst>
          </p:cNvPr>
          <p:cNvSpPr>
            <a:spLocks xmlns:a="http://schemas.openxmlformats.org/drawingml/2006/main" noGrp="1"/>
          </p:cNvSpPr>
          <p:nvPr/>
        </p:nvSpPr>
        <p:spPr>
          <a:xfrm xmlns:a="http://schemas.openxmlformats.org/drawingml/2006/main">
            <a:off x="1028700" y="2210954"/>
            <a:ext cx="10491303" cy="0"/>
          </a:xfrm>
          <a:prstGeom xmlns:a="http://schemas.openxmlformats.org/drawingml/2006/main" prst="line">
            <a:avLst/>
          </a:prstGeom>
          <a:ln xmlns:a="http://schemas.openxmlformats.org/drawingml/2006/main" w="9525">
            <a:solidFill>
              <a:srgbClr val="E4E1D8"/>
            </a:solidFill>
            <a:prstDash val="solid"/>
          </a:ln>
        </p:spPr>
      </p:sp>
      <p:sp>
        <p:nvSpPr>
          <p:cNvPr id="4" name="TextBox 4">
            <a:extLst xmlns:a="http://schemas.openxmlformats.org/drawingml/2006/main">
              <a:ext uri="{FF2B5EF4-FFF2-40B4-BE49-F238E27FC236}">
                <a16:creationId xmlns:a16="http://schemas.microsoft.com/office/drawing/2014/main" id="{988BAF6A-6836-421B-8CF9-FD0EAA6614E2}"/>
              </a:ext>
            </a:extLst>
          </p:cNvPr>
          <p:cNvSpPr>
            <a:spLocks xmlns:a="http://schemas.openxmlformats.org/drawingml/2006/main" noGrp="1"/>
          </p:cNvSpPr>
          <p:nvPr/>
        </p:nvSpPr>
        <p:spPr>
          <a:xfrm xmlns:a="http://schemas.openxmlformats.org/drawingml/2006/main" rot="0">
            <a:off x="957486" y="3514231"/>
            <a:ext cx="1494160" cy="13228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155"/>
              </a:lnSpc>
              <a:spcBef>
                <a:spcPts val="0"/>
              </a:spcBef>
              <a:buNone/>
            </a:pPr>
            <a:r>
              <a:rPr sz="9580" spc="19">
                <a:solidFill>
                  <a:srgbClr val="E4E1D8"/>
                </a:solidFill>
                <a:latin typeface="Playfair Display"/>
                <a:ea typeface="Playfair Display"/>
                <a:cs typeface="Playfair Display"/>
              </a:rPr>
              <a:t>01.</a:t>
            </a:r>
          </a:p>
        </p:txBody>
      </p:sp>
      <p:sp>
        <p:nvSpPr>
          <p:cNvPr id="5" name="TextBox 5">
            <a:extLst xmlns:a="http://schemas.openxmlformats.org/drawingml/2006/main">
              <a:ext uri="{FF2B5EF4-FFF2-40B4-BE49-F238E27FC236}">
                <a16:creationId xmlns:a16="http://schemas.microsoft.com/office/drawing/2014/main" id="{EC2E1477-669F-44F1-B2DE-D2C24122B444}"/>
              </a:ext>
            </a:extLst>
          </p:cNvPr>
          <p:cNvSpPr>
            <a:spLocks xmlns:a="http://schemas.openxmlformats.org/drawingml/2006/main" noGrp="1"/>
          </p:cNvSpPr>
          <p:nvPr/>
        </p:nvSpPr>
        <p:spPr>
          <a:xfrm xmlns:a="http://schemas.openxmlformats.org/drawingml/2006/main" rot="0">
            <a:off x="2650365" y="4359450"/>
            <a:ext cx="5498073" cy="31493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nSpc>
                <a:spcPts val="2307"/>
              </a:lnSpc>
              <a:spcBef>
                <a:spcPts val="0"/>
              </a:spcBef>
              <a:buNone/>
            </a:pPr>
            <a:r>
              <a:rPr sz="2176" spc="306">
                <a:solidFill>
                  <a:srgbClr val="E4E1D8"/>
                </a:solidFill>
                <a:latin typeface="Public Sans"/>
                <a:ea typeface="Public Sans"/>
                <a:cs typeface="Public Sans"/>
              </a:rPr>
              <a:t>INTRODUCTION </a:t>
            </a:r>
          </a:p>
        </p:txBody>
      </p:sp>
      <p:sp>
        <p:nvSpPr>
          <p:cNvPr id="6" name="TextBox 6">
            <a:extLst xmlns:a="http://schemas.openxmlformats.org/drawingml/2006/main">
              <a:ext uri="{FF2B5EF4-FFF2-40B4-BE49-F238E27FC236}">
                <a16:creationId xmlns:a16="http://schemas.microsoft.com/office/drawing/2014/main" id="{A91B3034-06E0-4637-B6D4-F5E0B2C91349}"/>
              </a:ext>
            </a:extLst>
          </p:cNvPr>
          <p:cNvSpPr>
            <a:spLocks xmlns:a="http://schemas.openxmlformats.org/drawingml/2006/main" noGrp="1"/>
          </p:cNvSpPr>
          <p:nvPr/>
        </p:nvSpPr>
        <p:spPr>
          <a:xfrm xmlns:a="http://schemas.openxmlformats.org/drawingml/2006/main" rot="0">
            <a:off x="824880" y="4807732"/>
            <a:ext cx="1626766" cy="13228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155"/>
              </a:lnSpc>
              <a:spcBef>
                <a:spcPts val="0"/>
              </a:spcBef>
              <a:buNone/>
            </a:pPr>
            <a:r>
              <a:rPr sz="9580" spc="19">
                <a:solidFill>
                  <a:srgbClr val="E4E1D8"/>
                </a:solidFill>
                <a:latin typeface="Playfair Display"/>
                <a:ea typeface="Playfair Display"/>
                <a:cs typeface="Playfair Display"/>
              </a:rPr>
              <a:t>02.</a:t>
            </a:r>
          </a:p>
        </p:txBody>
      </p:sp>
      <p:sp>
        <p:nvSpPr>
          <p:cNvPr id="7" name="TextBox 7">
            <a:extLst xmlns:a="http://schemas.openxmlformats.org/drawingml/2006/main">
              <a:ext uri="{FF2B5EF4-FFF2-40B4-BE49-F238E27FC236}">
                <a16:creationId xmlns:a16="http://schemas.microsoft.com/office/drawing/2014/main" id="{D730C7AC-6DF1-490B-9A77-8E2767256236}"/>
              </a:ext>
            </a:extLst>
          </p:cNvPr>
          <p:cNvSpPr>
            <a:spLocks xmlns:a="http://schemas.openxmlformats.org/drawingml/2006/main" noGrp="1"/>
          </p:cNvSpPr>
          <p:nvPr/>
        </p:nvSpPr>
        <p:spPr>
          <a:xfrm xmlns:a="http://schemas.openxmlformats.org/drawingml/2006/main" rot="0">
            <a:off x="2650365" y="5652951"/>
            <a:ext cx="5498073" cy="31493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nSpc>
                <a:spcPts val="2307"/>
              </a:lnSpc>
              <a:spcBef>
                <a:spcPts val="0"/>
              </a:spcBef>
              <a:buNone/>
            </a:pPr>
            <a:r>
              <a:rPr sz="2176" spc="306">
                <a:solidFill>
                  <a:srgbClr val="E4E1D8"/>
                </a:solidFill>
                <a:latin typeface="Public Sans"/>
                <a:ea typeface="Public Sans"/>
                <a:cs typeface="Public Sans"/>
              </a:rPr>
              <a:t>CONTEXTE ET PROBLÉMATIQUE</a:t>
            </a:r>
          </a:p>
        </p:txBody>
      </p:sp>
      <p:sp>
        <p:nvSpPr>
          <p:cNvPr id="9" name="TextBox 9">
            <a:extLst xmlns:a="http://schemas.openxmlformats.org/drawingml/2006/main">
              <a:ext uri="{FF2B5EF4-FFF2-40B4-BE49-F238E27FC236}">
                <a16:creationId xmlns:a16="http://schemas.microsoft.com/office/drawing/2014/main" id="{381A3433-8B7E-4C71-B007-7CC1E12D85B4}"/>
              </a:ext>
            </a:extLst>
          </p:cNvPr>
          <p:cNvSpPr>
            <a:spLocks xmlns:a="http://schemas.openxmlformats.org/drawingml/2006/main" noGrp="1"/>
          </p:cNvSpPr>
          <p:nvPr/>
        </p:nvSpPr>
        <p:spPr>
          <a:xfrm xmlns:a="http://schemas.openxmlformats.org/drawingml/2006/main" rot="0">
            <a:off x="841883" y="6067895"/>
            <a:ext cx="1592758" cy="13562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155"/>
              </a:lnSpc>
              <a:spcBef>
                <a:spcPts val="0"/>
              </a:spcBef>
              <a:buNone/>
            </a:pPr>
            <a:r>
              <a:rPr sz="9580" spc="19">
                <a:solidFill>
                  <a:srgbClr val="E4E1D8"/>
                </a:solidFill>
                <a:latin typeface="Playfair Display"/>
                <a:ea typeface="Playfair Display"/>
                <a:cs typeface="Playfair Display"/>
              </a:rPr>
              <a:t>03.</a:t>
            </a:r>
          </a:p>
        </p:txBody>
      </p:sp>
      <p:sp>
        <p:nvSpPr>
          <p:cNvPr id="10" name="TextBox 10">
            <a:extLst xmlns:a="http://schemas.openxmlformats.org/drawingml/2006/main">
              <a:ext uri="{FF2B5EF4-FFF2-40B4-BE49-F238E27FC236}">
                <a16:creationId xmlns:a16="http://schemas.microsoft.com/office/drawing/2014/main" id="{0EB359C3-8E1A-4A19-A566-2FC0668C903D}"/>
              </a:ext>
            </a:extLst>
          </p:cNvPr>
          <p:cNvSpPr>
            <a:spLocks xmlns:a="http://schemas.openxmlformats.org/drawingml/2006/main" noGrp="1"/>
          </p:cNvSpPr>
          <p:nvPr/>
        </p:nvSpPr>
        <p:spPr>
          <a:xfrm xmlns:a="http://schemas.openxmlformats.org/drawingml/2006/main" rot="0">
            <a:off x="2650364" y="6944070"/>
            <a:ext cx="5498073" cy="31731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nSpc>
                <a:spcPts val="2307"/>
              </a:lnSpc>
              <a:spcBef>
                <a:spcPts val="0"/>
              </a:spcBef>
              <a:buNone/>
            </a:pPr>
            <a:r>
              <a:rPr sz="2176" spc="306">
                <a:solidFill>
                  <a:srgbClr val="E4E1D8"/>
                </a:solidFill>
                <a:latin typeface="Public Sans"/>
                <a:ea typeface="Public Sans"/>
                <a:cs typeface="Public Sans"/>
              </a:rPr>
              <a:t>LES OBJECTIFS</a:t>
            </a:r>
          </a:p>
        </p:txBody>
      </p:sp>
      <p:sp>
        <p:nvSpPr>
          <p:cNvPr id="12" name="TextBox 12">
            <a:extLst xmlns:a="http://schemas.openxmlformats.org/drawingml/2006/main">
              <a:ext uri="{FF2B5EF4-FFF2-40B4-BE49-F238E27FC236}">
                <a16:creationId xmlns:a16="http://schemas.microsoft.com/office/drawing/2014/main" id="{A6925B28-35D2-4E20-B6CF-4417923A6CCF}"/>
              </a:ext>
            </a:extLst>
          </p:cNvPr>
          <p:cNvSpPr>
            <a:spLocks xmlns:a="http://schemas.openxmlformats.org/drawingml/2006/main" noGrp="1"/>
          </p:cNvSpPr>
          <p:nvPr/>
        </p:nvSpPr>
        <p:spPr>
          <a:xfrm xmlns:a="http://schemas.openxmlformats.org/drawingml/2006/main" rot="0">
            <a:off x="9367075" y="3480893"/>
            <a:ext cx="1645071" cy="13562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155"/>
              </a:lnSpc>
              <a:spcBef>
                <a:spcPts val="0"/>
              </a:spcBef>
              <a:buNone/>
            </a:pPr>
            <a:r>
              <a:rPr sz="9580" spc="19">
                <a:solidFill>
                  <a:srgbClr val="E4E1D8"/>
                </a:solidFill>
                <a:latin typeface="Playfair Display"/>
                <a:ea typeface="Playfair Display"/>
                <a:cs typeface="Playfair Display"/>
              </a:rPr>
              <a:t>04.</a:t>
            </a:r>
          </a:p>
        </p:txBody>
      </p:sp>
      <p:sp>
        <p:nvSpPr>
          <p:cNvPr id="13" name="TextBox 13">
            <a:extLst xmlns:a="http://schemas.openxmlformats.org/drawingml/2006/main">
              <a:ext uri="{FF2B5EF4-FFF2-40B4-BE49-F238E27FC236}">
                <a16:creationId xmlns:a16="http://schemas.microsoft.com/office/drawing/2014/main" id="{9F39EB82-B4B6-4067-8AF4-BF858D8C4E2A}"/>
              </a:ext>
            </a:extLst>
          </p:cNvPr>
          <p:cNvSpPr>
            <a:spLocks xmlns:a="http://schemas.openxmlformats.org/drawingml/2006/main" noGrp="1"/>
          </p:cNvSpPr>
          <p:nvPr/>
        </p:nvSpPr>
        <p:spPr>
          <a:xfrm xmlns:a="http://schemas.openxmlformats.org/drawingml/2006/main" rot="0">
            <a:off x="11201712" y="4357068"/>
            <a:ext cx="5498072" cy="31731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nSpc>
                <a:spcPts val="2307"/>
              </a:lnSpc>
              <a:spcBef>
                <a:spcPts val="0"/>
              </a:spcBef>
              <a:buNone/>
            </a:pPr>
            <a:r>
              <a:rPr sz="2176" spc="306">
                <a:solidFill>
                  <a:srgbClr val="E4E1D8"/>
                </a:solidFill>
                <a:latin typeface="Public Sans"/>
                <a:ea typeface="Public Sans"/>
                <a:cs typeface="Public Sans"/>
              </a:rPr>
              <a:t>LA LITTÉRATURE</a:t>
            </a:r>
          </a:p>
        </p:txBody>
      </p:sp>
      <p:sp>
        <p:nvSpPr>
          <p:cNvPr id="14" name="TextBox 14">
            <a:extLst xmlns:a="http://schemas.openxmlformats.org/drawingml/2006/main">
              <a:ext uri="{FF2B5EF4-FFF2-40B4-BE49-F238E27FC236}">
                <a16:creationId xmlns:a16="http://schemas.microsoft.com/office/drawing/2014/main" id="{69A5D043-3616-4F92-B3BF-CE8BAA0C9B54}"/>
              </a:ext>
            </a:extLst>
          </p:cNvPr>
          <p:cNvSpPr>
            <a:spLocks xmlns:a="http://schemas.openxmlformats.org/drawingml/2006/main" noGrp="1"/>
          </p:cNvSpPr>
          <p:nvPr/>
        </p:nvSpPr>
        <p:spPr>
          <a:xfrm xmlns:a="http://schemas.openxmlformats.org/drawingml/2006/main" rot="0">
            <a:off x="9291023" y="4970447"/>
            <a:ext cx="1548929" cy="13228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155"/>
              </a:lnSpc>
              <a:spcBef>
                <a:spcPts val="0"/>
              </a:spcBef>
              <a:buNone/>
            </a:pPr>
            <a:r>
              <a:rPr sz="9580" spc="19">
                <a:solidFill>
                  <a:srgbClr val="E4E1D8"/>
                </a:solidFill>
                <a:latin typeface="Playfair Display"/>
                <a:ea typeface="Playfair Display"/>
                <a:cs typeface="Playfair Display"/>
              </a:rPr>
              <a:t>05.</a:t>
            </a:r>
          </a:p>
        </p:txBody>
      </p:sp>
      <p:sp>
        <p:nvSpPr>
          <p:cNvPr id="15" name="TextBox 15">
            <a:extLst xmlns:a="http://schemas.openxmlformats.org/drawingml/2006/main">
              <a:ext uri="{FF2B5EF4-FFF2-40B4-BE49-F238E27FC236}">
                <a16:creationId xmlns:a16="http://schemas.microsoft.com/office/drawing/2014/main" id="{115428D8-C0D7-422F-80D7-768A87E6DAF7}"/>
              </a:ext>
            </a:extLst>
          </p:cNvPr>
          <p:cNvSpPr>
            <a:spLocks xmlns:a="http://schemas.openxmlformats.org/drawingml/2006/main" noGrp="1"/>
          </p:cNvSpPr>
          <p:nvPr/>
        </p:nvSpPr>
        <p:spPr>
          <a:xfrm xmlns:a="http://schemas.openxmlformats.org/drawingml/2006/main" rot="0">
            <a:off x="11077590" y="5815667"/>
            <a:ext cx="7210410" cy="30362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nSpc>
                <a:spcPts val="2201"/>
              </a:lnSpc>
              <a:spcBef>
                <a:spcPts val="0"/>
              </a:spcBef>
              <a:buNone/>
            </a:pPr>
            <a:r>
              <a:rPr sz="2076" spc="292">
                <a:solidFill>
                  <a:srgbClr val="E4E1D8"/>
                </a:solidFill>
                <a:latin typeface="Public Sans"/>
                <a:ea typeface="Public Sans"/>
                <a:cs typeface="Public Sans"/>
              </a:rPr>
              <a:t>SOLUTION PROPOSÉE </a:t>
            </a:r>
          </a:p>
        </p:txBody>
      </p:sp>
      <p:sp>
        <p:nvSpPr>
          <p:cNvPr id="16" name="TextBox 16">
            <a:extLst xmlns:a="http://schemas.openxmlformats.org/drawingml/2006/main">
              <a:ext uri="{FF2B5EF4-FFF2-40B4-BE49-F238E27FC236}">
                <a16:creationId xmlns:a16="http://schemas.microsoft.com/office/drawing/2014/main" id="{AFA06DE6-3E82-4811-BD59-CFD63D54A265}"/>
              </a:ext>
            </a:extLst>
          </p:cNvPr>
          <p:cNvSpPr>
            <a:spLocks xmlns:a="http://schemas.openxmlformats.org/drawingml/2006/main" noGrp="1"/>
          </p:cNvSpPr>
          <p:nvPr/>
        </p:nvSpPr>
        <p:spPr>
          <a:xfrm xmlns:a="http://schemas.openxmlformats.org/drawingml/2006/main" rot="0">
            <a:off x="9291023" y="6312207"/>
            <a:ext cx="1673051" cy="13228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155"/>
              </a:lnSpc>
              <a:spcBef>
                <a:spcPts val="0"/>
              </a:spcBef>
              <a:buNone/>
            </a:pPr>
            <a:r>
              <a:rPr sz="9580" spc="19">
                <a:solidFill>
                  <a:srgbClr val="E4E1D8"/>
                </a:solidFill>
                <a:latin typeface="Playfair Display"/>
                <a:ea typeface="Playfair Display"/>
                <a:cs typeface="Playfair Display"/>
              </a:rPr>
              <a:t>06.</a:t>
            </a:r>
          </a:p>
        </p:txBody>
      </p:sp>
      <p:sp>
        <p:nvSpPr>
          <p:cNvPr id="17" name="TextBox 17">
            <a:extLst xmlns:a="http://schemas.openxmlformats.org/drawingml/2006/main">
              <a:ext uri="{FF2B5EF4-FFF2-40B4-BE49-F238E27FC236}">
                <a16:creationId xmlns:a16="http://schemas.microsoft.com/office/drawing/2014/main" id="{ACCEC17E-EDBA-4431-AB66-70C378A1C2AF}"/>
              </a:ext>
            </a:extLst>
          </p:cNvPr>
          <p:cNvSpPr>
            <a:spLocks xmlns:a="http://schemas.openxmlformats.org/drawingml/2006/main" noGrp="1"/>
          </p:cNvSpPr>
          <p:nvPr/>
        </p:nvSpPr>
        <p:spPr>
          <a:xfrm xmlns:a="http://schemas.openxmlformats.org/drawingml/2006/main" rot="0">
            <a:off x="11164100" y="7109167"/>
            <a:ext cx="5498073" cy="31493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nSpc>
                <a:spcPts val="2307"/>
              </a:lnSpc>
              <a:spcBef>
                <a:spcPts val="0"/>
              </a:spcBef>
              <a:buNone/>
            </a:pPr>
            <a:r>
              <a:rPr sz="2176" spc="306">
                <a:solidFill>
                  <a:srgbClr val="E4E1D8"/>
                </a:solidFill>
                <a:latin typeface="Public Sans"/>
                <a:ea typeface="Public Sans"/>
                <a:cs typeface="Public Sans"/>
              </a:rPr>
              <a:t>RÉSULTATS ET ANALYSE</a:t>
            </a:r>
          </a:p>
        </p:txBody>
      </p:sp>
      <p:sp>
        <p:nvSpPr>
          <p:cNvPr id="19" name="TextBox 19">
            <a:extLst xmlns:a="http://schemas.openxmlformats.org/drawingml/2006/main">
              <a:ext uri="{FF2B5EF4-FFF2-40B4-BE49-F238E27FC236}">
                <a16:creationId xmlns:a16="http://schemas.microsoft.com/office/drawing/2014/main" id="{4A3C2447-9419-4331-A1FA-A6D855315343}"/>
              </a:ext>
            </a:extLst>
          </p:cNvPr>
          <p:cNvSpPr>
            <a:spLocks xmlns:a="http://schemas.openxmlformats.org/drawingml/2006/main" noGrp="1"/>
          </p:cNvSpPr>
          <p:nvPr/>
        </p:nvSpPr>
        <p:spPr>
          <a:xfrm xmlns:a="http://schemas.openxmlformats.org/drawingml/2006/main" rot="0">
            <a:off x="4213448" y="7524111"/>
            <a:ext cx="1592758" cy="13562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155"/>
              </a:lnSpc>
              <a:spcBef>
                <a:spcPts val="0"/>
              </a:spcBef>
              <a:buNone/>
            </a:pPr>
            <a:r>
              <a:rPr sz="9580" spc="19">
                <a:solidFill>
                  <a:srgbClr val="E4E1D8"/>
                </a:solidFill>
                <a:latin typeface="Playfair Display"/>
                <a:ea typeface="Playfair Display"/>
                <a:cs typeface="Playfair Display"/>
              </a:rPr>
              <a:t>07.</a:t>
            </a:r>
          </a:p>
        </p:txBody>
      </p:sp>
      <p:sp>
        <p:nvSpPr>
          <p:cNvPr id="20" name="TextBox 20">
            <a:extLst xmlns:a="http://schemas.openxmlformats.org/drawingml/2006/main">
              <a:ext uri="{FF2B5EF4-FFF2-40B4-BE49-F238E27FC236}">
                <a16:creationId xmlns:a16="http://schemas.microsoft.com/office/drawing/2014/main" id="{03D0E42F-529B-4816-B71D-E624C3A3806E}"/>
              </a:ext>
            </a:extLst>
          </p:cNvPr>
          <p:cNvSpPr>
            <a:spLocks xmlns:a="http://schemas.openxmlformats.org/drawingml/2006/main" noGrp="1"/>
          </p:cNvSpPr>
          <p:nvPr/>
        </p:nvSpPr>
        <p:spPr>
          <a:xfrm xmlns:a="http://schemas.openxmlformats.org/drawingml/2006/main" rot="0">
            <a:off x="6021929" y="8400286"/>
            <a:ext cx="5498073" cy="31731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nSpc>
                <a:spcPts val="2307"/>
              </a:lnSpc>
              <a:spcBef>
                <a:spcPts val="0"/>
              </a:spcBef>
              <a:buNone/>
            </a:pPr>
            <a:r>
              <a:rPr sz="2176" spc="306">
                <a:solidFill>
                  <a:srgbClr val="E4E1D8"/>
                </a:solidFill>
                <a:latin typeface="Public Sans"/>
                <a:ea typeface="Public Sans"/>
                <a:cs typeface="Public Sans"/>
              </a:rPr>
              <a:t>CONCLUSION ET PERSPECTIVES</a:t>
            </a:r>
          </a:p>
        </p:txBody>
      </p:sp>
    </p:spTree>
    <p:extLst>
      <p:ext uri="{BB962C8B-B14F-4D97-AF65-F5344CB8AC3E}">
        <p14:creationId xmlns:p14="http://schemas.microsoft.com/office/powerpoint/2010/main" val="1166665360"/>
      </p:ext>
    </p:extLst>
  </p:cSld>
</p:sld>
</file>

<file path=ppt/slides/slide3.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BA8E06C-A1FD-4B4E-835D-001DDD0776DF}"/>
              </a:ext>
            </a:extLst>
          </p:cNvPr>
          <p:cNvSpPr>
            <a:spLocks xmlns:a="http://schemas.openxmlformats.org/drawingml/2006/main" noGrp="1"/>
          </p:cNvSpPr>
          <p:nvPr/>
        </p:nvSpPr>
        <p:spPr>
          <a:xfrm xmlns:a="http://schemas.openxmlformats.org/drawingml/2006/main" rot="0">
            <a:off x="642507" y="612475"/>
            <a:ext cx="17017760" cy="9081461"/>
          </a:xfrm>
          <a:custGeom xmlns:a="http://schemas.openxmlformats.org/drawingml/2006/main">
            <a:rect l="l" t="t" r="r" b="b"/>
            <a:pathLst>
              <a:path w="4482044" h="2391825">
                <a:moveTo>
                  <a:pt x="0" y="0"/>
                </a:moveTo>
                <a:lnTo>
                  <a:pt x="4482044" y="0"/>
                </a:lnTo>
                <a:lnTo>
                  <a:pt x="4482044" y="2391825"/>
                </a:lnTo>
                <a:lnTo>
                  <a:pt x="0" y="2391825"/>
                </a:lnTo>
                <a:close/>
              </a:path>
            </a:pathLst>
          </a:custGeom>
          <a:ln xmlns:a="http://schemas.openxmlformats.org/drawingml/2006/main" w="19050">
            <a:solidFill>
              <a:srgbClr val="373132"/>
            </a:solidFill>
            <a:prstDash val="solid"/>
          </a:ln>
        </p:spPr>
      </p:sp>
      <p:sp>
        <p:nvSpPr>
          <p:cNvPr id="4" name="TextBox 4">
            <a:extLst xmlns:a="http://schemas.openxmlformats.org/drawingml/2006/main">
              <a:ext uri="{FF2B5EF4-FFF2-40B4-BE49-F238E27FC236}">
                <a16:creationId xmlns:a16="http://schemas.microsoft.com/office/drawing/2014/main" id="{657855B4-6955-455A-87CC-417947505789}"/>
              </a:ext>
            </a:extLst>
          </p:cNvPr>
          <p:cNvSpPr>
            <a:spLocks xmlns:a="http://schemas.openxmlformats.org/drawingml/2006/main" noGrp="1"/>
          </p:cNvSpPr>
          <p:nvPr/>
        </p:nvSpPr>
        <p:spPr>
          <a:xfrm xmlns:a="http://schemas.openxmlformats.org/drawingml/2006/main" rot="0">
            <a:off x="642507" y="684805"/>
            <a:ext cx="17017760" cy="900912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1989"/>
              </a:lnSpc>
              <a:buNone/>
            </a:pPr>
          </a:p>
        </p:txBody>
      </p:sp>
      <p:sp>
        <p:nvSpPr>
          <p:cNvPr id="5" name="TextBox 5">
            <a:extLst xmlns:a="http://schemas.openxmlformats.org/drawingml/2006/main">
              <a:ext uri="{FF2B5EF4-FFF2-40B4-BE49-F238E27FC236}">
                <a16:creationId xmlns:a16="http://schemas.microsoft.com/office/drawing/2014/main" id="{82EEDAAE-6ADD-4512-A89E-22BCF99DFB5B}"/>
              </a:ext>
            </a:extLst>
          </p:cNvPr>
          <p:cNvSpPr>
            <a:spLocks xmlns:a="http://schemas.openxmlformats.org/drawingml/2006/main" noGrp="1"/>
          </p:cNvSpPr>
          <p:nvPr/>
        </p:nvSpPr>
        <p:spPr>
          <a:xfrm xmlns:a="http://schemas.openxmlformats.org/drawingml/2006/main" rot="0">
            <a:off x="1287288" y="1266825"/>
            <a:ext cx="11755373" cy="218008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8583"/>
              </a:lnSpc>
              <a:buAutoNum type="arabicPeriod" startAt="1"/>
            </a:pPr>
            <a:r>
              <a:rPr sz="9229" b="1" i="1">
                <a:solidFill>
                  <a:srgbClr val="373132"/>
                </a:solidFill>
                <a:latin typeface="Playfair Display Bold Italics"/>
                <a:ea typeface="Playfair Display Bold Italics"/>
                <a:cs typeface="Playfair Display Bold Italics"/>
              </a:rPr>
              <a:t>QUESTION DE RECHERCHE</a:t>
            </a:r>
          </a:p>
        </p:txBody>
      </p:sp>
      <p:sp>
        <p:nvSpPr>
          <p:cNvPr id="6" name="TextBox 6">
            <a:extLst xmlns:a="http://schemas.openxmlformats.org/drawingml/2006/main">
              <a:ext uri="{FF2B5EF4-FFF2-40B4-BE49-F238E27FC236}">
                <a16:creationId xmlns:a16="http://schemas.microsoft.com/office/drawing/2014/main" id="{05C8C8FB-7DDB-42D5-BB89-1A56C2BD7E00}"/>
              </a:ext>
            </a:extLst>
          </p:cNvPr>
          <p:cNvSpPr>
            <a:spLocks xmlns:a="http://schemas.openxmlformats.org/drawingml/2006/main" noGrp="1"/>
          </p:cNvSpPr>
          <p:nvPr/>
        </p:nvSpPr>
        <p:spPr>
          <a:xfrm xmlns:a="http://schemas.openxmlformats.org/drawingml/2006/main" rot="0">
            <a:off x="1028700" y="4216341"/>
            <a:ext cx="15972012" cy="8081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148"/>
              </a:lnSpc>
              <a:buNone/>
            </a:pPr>
            <a:r>
              <a:rPr sz="2970" b="1">
                <a:solidFill>
                  <a:srgbClr val="373132"/>
                </a:solidFill>
                <a:latin typeface="Public Sans Bold"/>
                <a:ea typeface="Public Sans Bold"/>
                <a:cs typeface="Public Sans Bold"/>
              </a:rPr>
              <a:t>Comment concevoir un système AGCE CRM capable de centraliser les tickets, d'assurer la traçabilité du suivi client et d'améliorer l'efficacité de collaboration entre services ?</a:t>
            </a:r>
          </a:p>
        </p:txBody>
      </p:sp>
    </p:spTree>
    <p:extLst>
      <p:ext uri="{BB962C8B-B14F-4D97-AF65-F5344CB8AC3E}">
        <p14:creationId xmlns:p14="http://schemas.microsoft.com/office/powerpoint/2010/main" val="1307211959"/>
      </p:ext>
    </p:extLst>
  </p:cSld>
</p:sld>
</file>

<file path=ppt/slides/slide4.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51F846F8-86ED-4104-822F-155FEFB84AC9}"/>
              </a:ext>
            </a:extLst>
          </p:cNvPr>
          <p:cNvSpPr>
            <a:spLocks xmlns:a="http://schemas.openxmlformats.org/drawingml/2006/main" noGrp="1"/>
          </p:cNvSpPr>
          <p:nvPr/>
        </p:nvSpPr>
        <p:spPr>
          <a:xfrm xmlns:a="http://schemas.openxmlformats.org/drawingml/2006/main" rot="0">
            <a:off x="642507" y="612475"/>
            <a:ext cx="17017760" cy="9081461"/>
          </a:xfrm>
          <a:custGeom xmlns:a="http://schemas.openxmlformats.org/drawingml/2006/main">
            <a:rect l="l" t="t" r="r" b="b"/>
            <a:pathLst>
              <a:path w="4482044" h="2391825">
                <a:moveTo>
                  <a:pt x="0" y="0"/>
                </a:moveTo>
                <a:lnTo>
                  <a:pt x="4482044" y="0"/>
                </a:lnTo>
                <a:lnTo>
                  <a:pt x="4482044" y="2391825"/>
                </a:lnTo>
                <a:lnTo>
                  <a:pt x="0" y="2391825"/>
                </a:lnTo>
                <a:close/>
              </a:path>
            </a:pathLst>
          </a:custGeom>
          <a:ln xmlns:a="http://schemas.openxmlformats.org/drawingml/2006/main" w="19050">
            <a:solidFill>
              <a:srgbClr val="373132"/>
            </a:solidFill>
            <a:prstDash val="solid"/>
          </a:ln>
        </p:spPr>
      </p:sp>
      <p:sp>
        <p:nvSpPr>
          <p:cNvPr id="4" name="TextBox 4">
            <a:extLst xmlns:a="http://schemas.openxmlformats.org/drawingml/2006/main">
              <a:ext uri="{FF2B5EF4-FFF2-40B4-BE49-F238E27FC236}">
                <a16:creationId xmlns:a16="http://schemas.microsoft.com/office/drawing/2014/main" id="{465F0305-C0C5-4888-9B14-4A233BEC9460}"/>
              </a:ext>
            </a:extLst>
          </p:cNvPr>
          <p:cNvSpPr>
            <a:spLocks xmlns:a="http://schemas.openxmlformats.org/drawingml/2006/main" noGrp="1"/>
          </p:cNvSpPr>
          <p:nvPr/>
        </p:nvSpPr>
        <p:spPr>
          <a:xfrm xmlns:a="http://schemas.openxmlformats.org/drawingml/2006/main" rot="0">
            <a:off x="642507" y="684805"/>
            <a:ext cx="17017760" cy="900912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1989"/>
              </a:lnSpc>
              <a:buNone/>
            </a:pPr>
          </a:p>
        </p:txBody>
      </p:sp>
      <p:sp>
        <p:nvSpPr>
          <p:cNvPr id="5" name="TextBox 5">
            <a:extLst xmlns:a="http://schemas.openxmlformats.org/drawingml/2006/main">
              <a:ext uri="{FF2B5EF4-FFF2-40B4-BE49-F238E27FC236}">
                <a16:creationId xmlns:a16="http://schemas.microsoft.com/office/drawing/2014/main" id="{F44636BB-847B-4C25-94F3-87A894017972}"/>
              </a:ext>
            </a:extLst>
          </p:cNvPr>
          <p:cNvSpPr>
            <a:spLocks xmlns:a="http://schemas.openxmlformats.org/drawingml/2006/main" noGrp="1"/>
          </p:cNvSpPr>
          <p:nvPr/>
        </p:nvSpPr>
        <p:spPr>
          <a:xfrm xmlns:a="http://schemas.openxmlformats.org/drawingml/2006/main" rot="0">
            <a:off x="642507" y="1247775"/>
            <a:ext cx="15318678" cy="206197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884629" indent="-942314" algn="l">
              <a:lnSpc>
                <a:spcPts val="8118"/>
              </a:lnSpc>
              <a:buAutoNum type="arabicPeriod" startAt="1"/>
            </a:pPr>
            <a:r>
              <a:rPr sz="8729" b="1" i="1">
                <a:solidFill>
                  <a:srgbClr val="373132"/>
                </a:solidFill>
                <a:latin typeface="Playfair Display Bold Italics"/>
                <a:ea typeface="Playfair Display Bold Italics"/>
                <a:cs typeface="Playfair Display Bold Italics"/>
              </a:rPr>
              <a:t>Contexte et problématique</a:t>
            </a:r>
          </a:p>
        </p:txBody>
      </p:sp>
      <p:sp>
        <p:nvSpPr>
          <p:cNvPr id="6" name="TextBox 6">
            <a:extLst xmlns:a="http://schemas.openxmlformats.org/drawingml/2006/main">
              <a:ext uri="{FF2B5EF4-FFF2-40B4-BE49-F238E27FC236}">
                <a16:creationId xmlns:a16="http://schemas.microsoft.com/office/drawing/2014/main" id="{147FEFC7-D2A0-4178-B1B2-CA14015AA910}"/>
              </a:ext>
            </a:extLst>
          </p:cNvPr>
          <p:cNvSpPr>
            <a:spLocks xmlns:a="http://schemas.openxmlformats.org/drawingml/2006/main" noGrp="1"/>
          </p:cNvSpPr>
          <p:nvPr/>
        </p:nvSpPr>
        <p:spPr>
          <a:xfrm xmlns:a="http://schemas.openxmlformats.org/drawingml/2006/main" rot="0">
            <a:off x="1287288" y="4237321"/>
            <a:ext cx="7057654" cy="217627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48"/>
              </a:lnSpc>
              <a:buNone/>
            </a:pPr>
            <a:r>
              <a:rPr sz="2309" b="1">
                <a:solidFill>
                  <a:srgbClr val="373132"/>
                </a:solidFill>
                <a:latin typeface="Public Sans Bold"/>
                <a:ea typeface="Public Sans Bold"/>
                <a:cs typeface="Public Sans Bold"/>
              </a:rPr>
              <a:t>CONTEXTE</a:t>
            </a:r>
          </a:p>
          <a:p xmlns:a="http://schemas.openxmlformats.org/drawingml/2006/main">
            <a:pPr marL="0" indent="0" algn="l">
              <a:lnSpc>
                <a:spcPts val="2448"/>
              </a:lnSpc>
              <a:spcBef>
                <a:spcPts val="0"/>
              </a:spcBef>
              <a:buNone/>
            </a:pPr>
            <a:r>
              <a:rPr sz="2309" b="1">
                <a:solidFill>
                  <a:srgbClr val="373132"/>
                </a:solidFill>
                <a:latin typeface="Public Sans Bold"/>
                <a:ea typeface="Public Sans Bold"/>
                <a:cs typeface="Public Sans Bold"/>
              </a:rPr>
              <a:t/>
            </a:r>
          </a:p>
          <a:p xmlns:a="http://schemas.openxmlformats.org/drawingml/2006/main">
            <a:pPr marL="0" indent="0" algn="l">
              <a:lnSpc>
                <a:spcPts val="2448"/>
              </a:lnSpc>
              <a:spcBef>
                <a:spcPts val="0"/>
              </a:spcBef>
              <a:buNone/>
            </a:pPr>
            <a:r>
              <a:rPr sz="2309" b="1">
                <a:solidFill>
                  <a:srgbClr val="373132"/>
                </a:solidFill>
                <a:latin typeface="Public Sans Bold"/>
                <a:ea typeface="Public Sans Bold"/>
                <a:cs typeface="Public Sans Bold"/>
              </a:rPr>
              <a:t>Dans une organisation, chaque demande client doit être identifiée, orientée et suivie. La centralisation des tickets facilite la continuité du service, la collaboration entre équipes et la conservation d'un historique fiable.</a:t>
            </a:r>
          </a:p>
        </p:txBody>
      </p:sp>
      <p:sp>
        <p:nvSpPr>
          <p:cNvPr id="7" name="TextBox 7">
            <a:extLst xmlns:a="http://schemas.openxmlformats.org/drawingml/2006/main">
              <a:ext uri="{FF2B5EF4-FFF2-40B4-BE49-F238E27FC236}">
                <a16:creationId xmlns:a16="http://schemas.microsoft.com/office/drawing/2014/main" id="{1E3F6560-0F9B-48E2-B0FC-753C253364E5}"/>
              </a:ext>
            </a:extLst>
          </p:cNvPr>
          <p:cNvSpPr>
            <a:spLocks xmlns:a="http://schemas.openxmlformats.org/drawingml/2006/main" noGrp="1"/>
          </p:cNvSpPr>
          <p:nvPr/>
        </p:nvSpPr>
        <p:spPr>
          <a:xfrm xmlns:a="http://schemas.openxmlformats.org/drawingml/2006/main" rot="0">
            <a:off x="9548313" y="7037124"/>
            <a:ext cx="7057654" cy="217627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48"/>
              </a:lnSpc>
              <a:buNone/>
            </a:pPr>
            <a:r>
              <a:rPr sz="2309">
                <a:solidFill>
                  <a:srgbClr val="373132"/>
                </a:solidFill>
                <a:latin typeface="Public Sans"/>
                <a:ea typeface="Public Sans"/>
                <a:cs typeface="Public Sans"/>
              </a:rPr>
              <a:t>PROBLÉMATIQUE</a:t>
            </a:r>
          </a:p>
          <a:p xmlns:a="http://schemas.openxmlformats.org/drawingml/2006/main">
            <a:pPr marL="0" indent="0" algn="l">
              <a:lnSpc>
                <a:spcPts val="2448"/>
              </a:lnSpc>
              <a:spcBef>
                <a:spcPts val="0"/>
              </a:spcBef>
              <a:buNone/>
            </a:pPr>
            <a:r>
              <a:rPr sz="2309">
                <a:solidFill>
                  <a:srgbClr val="373132"/>
                </a:solidFill>
                <a:latin typeface="Public Sans"/>
                <a:ea typeface="Public Sans"/>
                <a:cs typeface="Public Sans"/>
              </a:rPr>
              <a:t/>
            </a:r>
          </a:p>
          <a:p xmlns:a="http://schemas.openxmlformats.org/drawingml/2006/main">
            <a:pPr marL="0" indent="0" algn="l">
              <a:lnSpc>
                <a:spcPts val="2448"/>
              </a:lnSpc>
              <a:spcBef>
                <a:spcPts val="0"/>
              </a:spcBef>
              <a:buNone/>
            </a:pPr>
            <a:r>
              <a:rPr sz="2309">
                <a:solidFill>
                  <a:srgbClr val="373132"/>
                </a:solidFill>
                <a:latin typeface="Public Sans"/>
                <a:ea typeface="Public Sans"/>
                <a:cs typeface="Public Sans"/>
              </a:rPr>
              <a:t>Une gestion dispersée ou manuelle fragmente l'information : suivi difficile, visibilité réduite sur l'avancement et affectations peu contrôlées. L'AGCE a besoin d'un outil adapté à ses rôles et à son flux de traitement.</a:t>
            </a:r>
          </a:p>
        </p:txBody>
      </p:sp>
    </p:spTree>
    <p:extLst>
      <p:ext uri="{BB962C8B-B14F-4D97-AF65-F5344CB8AC3E}">
        <p14:creationId xmlns:p14="http://schemas.microsoft.com/office/powerpoint/2010/main" val="2090512616"/>
      </p:ext>
    </p:extLst>
  </p:cSld>
</p:sld>
</file>

<file path=ppt/slides/slide5.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1871608-EE85-4B19-A4D1-BC8D08247869}"/>
              </a:ext>
            </a:extLst>
          </p:cNvPr>
          <p:cNvSpPr>
            <a:spLocks xmlns:a="http://schemas.openxmlformats.org/drawingml/2006/main" noGrp="1"/>
          </p:cNvSpPr>
          <p:nvPr/>
        </p:nvSpPr>
        <p:spPr>
          <a:xfrm xmlns:a="http://schemas.openxmlformats.org/drawingml/2006/main" rot="0">
            <a:off x="1551013" y="-842972"/>
            <a:ext cx="4995700" cy="3818642"/>
          </a:xfrm>
          <a:custGeom xmlns:a="http://schemas.openxmlformats.org/drawingml/2006/main">
            <a:rect l="l" t="t" r="r" b="b"/>
            <a:pathLst>
              <a:path w="1063338" h="812800">
                <a:moveTo>
                  <a:pt x="35643" y="0"/>
                </a:moveTo>
                <a:lnTo>
                  <a:pt x="1027694" y="0"/>
                </a:lnTo>
                <a:cubicBezTo>
                  <a:pt x="1047379" y="0"/>
                  <a:pt x="1063338" y="15958"/>
                  <a:pt x="1063338" y="35643"/>
                </a:cubicBezTo>
                <a:lnTo>
                  <a:pt x="1063338" y="777157"/>
                </a:lnTo>
                <a:cubicBezTo>
                  <a:pt x="1063338" y="796842"/>
                  <a:pt x="1047379" y="812800"/>
                  <a:pt x="1027694" y="812800"/>
                </a:cubicBezTo>
                <a:lnTo>
                  <a:pt x="35643" y="812800"/>
                </a:lnTo>
                <a:cubicBezTo>
                  <a:pt x="15958" y="812800"/>
                  <a:pt x="0" y="796842"/>
                  <a:pt x="0" y="777157"/>
                </a:cubicBezTo>
                <a:lnTo>
                  <a:pt x="0" y="35643"/>
                </a:lnTo>
                <a:cubicBezTo>
                  <a:pt x="0" y="15958"/>
                  <a:pt x="15958" y="0"/>
                  <a:pt x="35643" y="0"/>
                </a:cubicBezTo>
                <a:close/>
              </a:path>
            </a:pathLst>
          </a:custGeom>
          <a:blipFill xmlns:a="http://schemas.openxmlformats.org/drawingml/2006/main">
            <a:blip xmlns:r="http://schemas.openxmlformats.org/officeDocument/2006/relationships" r:embed="R1895143cc75d4b96"/>
            <a:stretch>
              <a:fillRect l="0" t="-48118" r="0" b="-48118"/>
            </a:stretch>
          </a:blipFill>
        </p:spPr>
      </p:sp>
      <p:sp>
        <p:nvSpPr>
          <p:cNvPr id="5" name="Freeform 5">
            <a:extLst xmlns:a="http://schemas.openxmlformats.org/drawingml/2006/main">
              <a:ext uri="{FF2B5EF4-FFF2-40B4-BE49-F238E27FC236}">
                <a16:creationId xmlns:a16="http://schemas.microsoft.com/office/drawing/2014/main" id="{AE1C329C-A7AA-44CF-9F27-1AF4331FD793}"/>
              </a:ext>
            </a:extLst>
          </p:cNvPr>
          <p:cNvSpPr>
            <a:spLocks xmlns:a="http://schemas.openxmlformats.org/drawingml/2006/main" noGrp="1"/>
          </p:cNvSpPr>
          <p:nvPr/>
        </p:nvSpPr>
        <p:spPr>
          <a:xfrm xmlns:a="http://schemas.openxmlformats.org/drawingml/2006/main" rot="0">
            <a:off x="1551013" y="3232564"/>
            <a:ext cx="4995700" cy="3818642"/>
          </a:xfrm>
          <a:custGeom xmlns:a="http://schemas.openxmlformats.org/drawingml/2006/main">
            <a:rect l="l" t="t" r="r" b="b"/>
            <a:pathLst>
              <a:path w="1063338" h="812800">
                <a:moveTo>
                  <a:pt x="35643" y="0"/>
                </a:moveTo>
                <a:lnTo>
                  <a:pt x="1027694" y="0"/>
                </a:lnTo>
                <a:cubicBezTo>
                  <a:pt x="1047379" y="0"/>
                  <a:pt x="1063338" y="15958"/>
                  <a:pt x="1063338" y="35643"/>
                </a:cubicBezTo>
                <a:lnTo>
                  <a:pt x="1063338" y="777157"/>
                </a:lnTo>
                <a:cubicBezTo>
                  <a:pt x="1063338" y="796842"/>
                  <a:pt x="1047379" y="812800"/>
                  <a:pt x="1027694" y="812800"/>
                </a:cubicBezTo>
                <a:lnTo>
                  <a:pt x="35643" y="812800"/>
                </a:lnTo>
                <a:cubicBezTo>
                  <a:pt x="15958" y="812800"/>
                  <a:pt x="0" y="796842"/>
                  <a:pt x="0" y="777157"/>
                </a:cubicBezTo>
                <a:lnTo>
                  <a:pt x="0" y="35643"/>
                </a:lnTo>
                <a:cubicBezTo>
                  <a:pt x="0" y="15958"/>
                  <a:pt x="15958" y="0"/>
                  <a:pt x="35643" y="0"/>
                </a:cubicBezTo>
                <a:close/>
              </a:path>
            </a:pathLst>
          </a:custGeom>
          <a:blipFill xmlns:a="http://schemas.openxmlformats.org/drawingml/2006/main">
            <a:blip xmlns:r="http://schemas.openxmlformats.org/officeDocument/2006/relationships" r:embed="R1a07af8143694d2d"/>
            <a:stretch>
              <a:fillRect l="0" t="-48118" r="0" b="-48118"/>
            </a:stretch>
          </a:blipFill>
        </p:spPr>
      </p:sp>
      <p:sp>
        <p:nvSpPr>
          <p:cNvPr id="7" name="Freeform 7">
            <a:extLst xmlns:a="http://schemas.openxmlformats.org/drawingml/2006/main">
              <a:ext uri="{FF2B5EF4-FFF2-40B4-BE49-F238E27FC236}">
                <a16:creationId xmlns:a16="http://schemas.microsoft.com/office/drawing/2014/main" id="{FD68F31C-DD18-4AFD-A781-3039C1CB12D6}"/>
              </a:ext>
            </a:extLst>
          </p:cNvPr>
          <p:cNvSpPr>
            <a:spLocks xmlns:a="http://schemas.openxmlformats.org/drawingml/2006/main" noGrp="1"/>
          </p:cNvSpPr>
          <p:nvPr/>
        </p:nvSpPr>
        <p:spPr>
          <a:xfrm xmlns:a="http://schemas.openxmlformats.org/drawingml/2006/main" rot="0">
            <a:off x="1551194" y="7311330"/>
            <a:ext cx="4995700" cy="3818642"/>
          </a:xfrm>
          <a:custGeom xmlns:a="http://schemas.openxmlformats.org/drawingml/2006/main">
            <a:rect l="l" t="t" r="r" b="b"/>
            <a:pathLst>
              <a:path w="1063338" h="812800">
                <a:moveTo>
                  <a:pt x="35643" y="0"/>
                </a:moveTo>
                <a:lnTo>
                  <a:pt x="1027694" y="0"/>
                </a:lnTo>
                <a:cubicBezTo>
                  <a:pt x="1047379" y="0"/>
                  <a:pt x="1063338" y="15958"/>
                  <a:pt x="1063338" y="35643"/>
                </a:cubicBezTo>
                <a:lnTo>
                  <a:pt x="1063338" y="777157"/>
                </a:lnTo>
                <a:cubicBezTo>
                  <a:pt x="1063338" y="796842"/>
                  <a:pt x="1047379" y="812800"/>
                  <a:pt x="1027694" y="812800"/>
                </a:cubicBezTo>
                <a:lnTo>
                  <a:pt x="35643" y="812800"/>
                </a:lnTo>
                <a:cubicBezTo>
                  <a:pt x="15958" y="812800"/>
                  <a:pt x="0" y="796842"/>
                  <a:pt x="0" y="777157"/>
                </a:cubicBezTo>
                <a:lnTo>
                  <a:pt x="0" y="35643"/>
                </a:lnTo>
                <a:cubicBezTo>
                  <a:pt x="0" y="15958"/>
                  <a:pt x="15958" y="0"/>
                  <a:pt x="35643" y="0"/>
                </a:cubicBezTo>
                <a:close/>
              </a:path>
            </a:pathLst>
          </a:custGeom>
          <a:blipFill xmlns:a="http://schemas.openxmlformats.org/drawingml/2006/main">
            <a:blip xmlns:r="http://schemas.openxmlformats.org/officeDocument/2006/relationships" r:embed="R44cc58f7f9f449c0"/>
            <a:stretch>
              <a:fillRect l="0" t="-48118" r="0" b="-48118"/>
            </a:stretch>
          </a:blipFill>
        </p:spPr>
      </p:sp>
      <p:sp>
        <p:nvSpPr>
          <p:cNvPr id="8" name="TextBox 8">
            <a:extLst xmlns:a="http://schemas.openxmlformats.org/drawingml/2006/main">
              <a:ext uri="{FF2B5EF4-FFF2-40B4-BE49-F238E27FC236}">
                <a16:creationId xmlns:a16="http://schemas.microsoft.com/office/drawing/2014/main" id="{10EDF4B5-6035-4079-B6FE-702DD7DC4323}"/>
              </a:ext>
            </a:extLst>
          </p:cNvPr>
          <p:cNvSpPr>
            <a:spLocks xmlns:a="http://schemas.openxmlformats.org/drawingml/2006/main" noGrp="1"/>
          </p:cNvSpPr>
          <p:nvPr/>
        </p:nvSpPr>
        <p:spPr>
          <a:xfrm xmlns:a="http://schemas.openxmlformats.org/drawingml/2006/main" rot="0">
            <a:off x="8946614" y="1266825"/>
            <a:ext cx="6973671" cy="436016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8583"/>
              </a:lnSpc>
              <a:buAutoNum type="arabicPeriod" startAt="1"/>
            </a:pPr>
            <a:r>
              <a:rPr sz="9229" b="1" i="1">
                <a:solidFill>
                  <a:srgbClr val="373132"/>
                </a:solidFill>
                <a:latin typeface="Playfair Display Bold Italics"/>
                <a:ea typeface="Playfair Display Bold Italics"/>
                <a:cs typeface="Playfair Display Bold Italics"/>
              </a:rPr>
              <a:t>Objectifs du projet</a:t>
            </a:r>
          </a:p>
        </p:txBody>
      </p:sp>
      <p:sp>
        <p:nvSpPr>
          <p:cNvPr id="9" name="TextBox 9">
            <a:extLst xmlns:a="http://schemas.openxmlformats.org/drawingml/2006/main">
              <a:ext uri="{FF2B5EF4-FFF2-40B4-BE49-F238E27FC236}">
                <a16:creationId xmlns:a16="http://schemas.microsoft.com/office/drawing/2014/main" id="{420E1D22-6175-42CF-B7F9-89DC4D97E86A}"/>
              </a:ext>
            </a:extLst>
          </p:cNvPr>
          <p:cNvSpPr>
            <a:spLocks xmlns:a="http://schemas.openxmlformats.org/drawingml/2006/main" noGrp="1"/>
          </p:cNvSpPr>
          <p:nvPr/>
        </p:nvSpPr>
        <p:spPr>
          <a:xfrm xmlns:a="http://schemas.openxmlformats.org/drawingml/2006/main" rot="0">
            <a:off x="8946614" y="6003907"/>
            <a:ext cx="8312686" cy="303641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OBJECTIF PRINCIPAL</a:t>
            </a:r>
          </a:p>
          <a:p xmlns:a="http://schemas.openxmlformats.org/drawingml/2006/main">
            <a:pPr algn="l">
              <a:lnSpc>
                <a:spcPts val="2163"/>
              </a:lnSpc>
              <a:buNone/>
            </a:pPr>
            <a:r>
              <a:rPr sz="2041">
                <a:solidFill>
                  <a:srgbClr val="373132"/>
                </a:solidFill>
                <a:latin typeface="Public Sans"/>
                <a:ea typeface="Public Sans"/>
                <a:cs typeface="Public Sans"/>
              </a:rPr>
              <a:t/>
            </a:r>
          </a:p>
          <a:p xmlns:a="http://schemas.openxmlformats.org/drawingml/2006/main">
            <a:pPr algn="l">
              <a:lnSpc>
                <a:spcPts val="2163"/>
              </a:lnSpc>
              <a:buNone/>
            </a:pPr>
            <a:r>
              <a:t>Concevoir et développer une solution personnalisée permettant de centraliser la gestion des tickets, d'améliorer la traçabilité des demandes et de faciliter la collaboration entre les différents services.</a:t>
            </a:r>
          </a:p>
          <a:p xmlns:a="http://schemas.openxmlformats.org/drawingml/2006/main">
            <a:pPr algn="l">
              <a:lnSpc>
                <a:spcPts val="2163"/>
              </a:lnSpc>
              <a:buNone/>
            </a:pPr>
            <a:r>
              <a:rPr sz="2041">
                <a:solidFill>
                  <a:srgbClr val="373132"/>
                </a:solidFill>
                <a:latin typeface="Public Sans"/>
                <a:ea typeface="Public Sans"/>
                <a:cs typeface="Public Sans"/>
              </a:rPr>
              <a:t/>
            </a:r>
          </a:p>
          <a:p xmlns:a="http://schemas.openxmlformats.org/drawingml/2006/main">
            <a:pPr algn="l">
              <a:lnSpc>
                <a:spcPts val="2163"/>
              </a:lnSpc>
              <a:buNone/>
            </a:pPr>
            <a:r>
              <a:t>Centraliser  •  Suivre le client  •  Coordonner les services</a:t>
            </a:r>
          </a:p>
        </p:txBody>
      </p:sp>
    </p:spTree>
    <p:extLst>
      <p:ext uri="{BB962C8B-B14F-4D97-AF65-F5344CB8AC3E}">
        <p14:creationId xmlns:p14="http://schemas.microsoft.com/office/powerpoint/2010/main" val="1011852570"/>
      </p:ext>
    </p:extLst>
  </p:cSld>
</p:sld>
</file>

<file path=ppt/slides/slide6.xml><?xml version="1.0" encoding="utf-8"?>
<p:sld xmlns:p="http://schemas.openxmlformats.org/presentationml/2006/main">
  <p:cSld>
    <p:bg>
      <p:bgPr>
        <a:solidFill xmlns:a="http://schemas.openxmlformats.org/drawingml/2006/main">
          <a:srgbClr val="373132"/>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ABD1CEA3-7AAE-4BBC-ADA0-DFCB6B3C209D}"/>
              </a:ext>
            </a:extLst>
          </p:cNvPr>
          <p:cNvSpPr>
            <a:spLocks xmlns:a="http://schemas.openxmlformats.org/drawingml/2006/main" noGrp="1"/>
          </p:cNvSpPr>
          <p:nvPr/>
        </p:nvSpPr>
        <p:spPr>
          <a:xfrm xmlns:a="http://schemas.openxmlformats.org/drawingml/2006/main" rot="0">
            <a:off x="642507" y="612475"/>
            <a:ext cx="17017760" cy="9081461"/>
          </a:xfrm>
          <a:custGeom xmlns:a="http://schemas.openxmlformats.org/drawingml/2006/main">
            <a:rect l="l" t="t" r="r" b="b"/>
            <a:pathLst>
              <a:path w="4482044" h="2391825">
                <a:moveTo>
                  <a:pt x="0" y="0"/>
                </a:moveTo>
                <a:lnTo>
                  <a:pt x="4482044" y="0"/>
                </a:lnTo>
                <a:lnTo>
                  <a:pt x="4482044" y="2391825"/>
                </a:lnTo>
                <a:lnTo>
                  <a:pt x="0" y="2391825"/>
                </a:lnTo>
                <a:close/>
              </a:path>
            </a:pathLst>
          </a:custGeom>
          <a:ln xmlns:a="http://schemas.openxmlformats.org/drawingml/2006/main" w="19050">
            <a:solidFill>
              <a:srgbClr val="E4E1D8"/>
            </a:solidFill>
            <a:prstDash val="solid"/>
          </a:ln>
        </p:spPr>
      </p:sp>
      <p:sp>
        <p:nvSpPr>
          <p:cNvPr id="4" name="TextBox 4">
            <a:extLst xmlns:a="http://schemas.openxmlformats.org/drawingml/2006/main">
              <a:ext uri="{FF2B5EF4-FFF2-40B4-BE49-F238E27FC236}">
                <a16:creationId xmlns:a16="http://schemas.microsoft.com/office/drawing/2014/main" id="{F2471D57-A9A0-40AB-AC2E-C31738B5F351}"/>
              </a:ext>
            </a:extLst>
          </p:cNvPr>
          <p:cNvSpPr>
            <a:spLocks xmlns:a="http://schemas.openxmlformats.org/drawingml/2006/main" noGrp="1"/>
          </p:cNvSpPr>
          <p:nvPr/>
        </p:nvSpPr>
        <p:spPr>
          <a:xfrm xmlns:a="http://schemas.openxmlformats.org/drawingml/2006/main" rot="0">
            <a:off x="642507" y="684805"/>
            <a:ext cx="17017760" cy="900912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1989"/>
              </a:lnSpc>
              <a:buNone/>
            </a:pPr>
          </a:p>
        </p:txBody>
      </p:sp>
      <p:sp>
        <p:nvSpPr>
          <p:cNvPr id="5" name="TextBox 5">
            <a:extLst xmlns:a="http://schemas.openxmlformats.org/drawingml/2006/main">
              <a:ext uri="{FF2B5EF4-FFF2-40B4-BE49-F238E27FC236}">
                <a16:creationId xmlns:a16="http://schemas.microsoft.com/office/drawing/2014/main" id="{2737BFF0-CE6C-4EC2-A820-235B0418B9E8}"/>
              </a:ext>
            </a:extLst>
          </p:cNvPr>
          <p:cNvSpPr>
            <a:spLocks xmlns:a="http://schemas.openxmlformats.org/drawingml/2006/main" noGrp="1"/>
          </p:cNvSpPr>
          <p:nvPr/>
        </p:nvSpPr>
        <p:spPr>
          <a:xfrm xmlns:a="http://schemas.openxmlformats.org/drawingml/2006/main" rot="0">
            <a:off x="1163884" y="847725"/>
            <a:ext cx="11388507" cy="164084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12920"/>
              </a:lnSpc>
              <a:spcBef>
                <a:spcPts val="0"/>
              </a:spcBef>
              <a:buAutoNum type="arabicPeriod" startAt="1"/>
            </a:pPr>
            <a:r>
              <a:rPr sz="9229" b="1" i="1">
                <a:solidFill>
                  <a:srgbClr val="E4E1D8"/>
                </a:solidFill>
                <a:latin typeface="Playfair Display Bold Italics"/>
                <a:ea typeface="Playfair Display Bold Italics"/>
                <a:cs typeface="Playfair Display Bold Italics"/>
              </a:rPr>
              <a:t>ÉTAT DE L'ART</a:t>
            </a:r>
          </a:p>
        </p:txBody>
      </p:sp>
      <p:sp>
        <p:nvSpPr>
          <p:cNvPr id="6" name="TextBox 6">
            <a:extLst xmlns:a="http://schemas.openxmlformats.org/drawingml/2006/main">
              <a:ext uri="{FF2B5EF4-FFF2-40B4-BE49-F238E27FC236}">
                <a16:creationId xmlns:a16="http://schemas.microsoft.com/office/drawing/2014/main" id="{35EB7A14-77A7-4D11-BA57-E7332EA2AB70}"/>
              </a:ext>
            </a:extLst>
          </p:cNvPr>
          <p:cNvSpPr>
            <a:spLocks xmlns:a="http://schemas.openxmlformats.org/drawingml/2006/main" noGrp="1"/>
          </p:cNvSpPr>
          <p:nvPr/>
        </p:nvSpPr>
        <p:spPr>
          <a:xfrm xmlns:a="http://schemas.openxmlformats.org/drawingml/2006/main" rot="0">
            <a:off x="4421119" y="4803598"/>
            <a:ext cx="9445762" cy="304319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458"/>
              </a:lnSpc>
              <a:buNone/>
            </a:pPr>
            <a:r>
              <a:rPr sz="2319">
                <a:solidFill>
                  <a:srgbClr val="E4E1D8"/>
                </a:solidFill>
                <a:latin typeface="Public Sans"/>
                <a:ea typeface="Public Sans"/>
                <a:cs typeface="Public Sans"/>
              </a:rPr>
              <a:t>Les plateformes CRM structurent la relation client; les helpdesks et systèmes de ticketing organisent la prise en charge; les tableaux de bord rendent le suivi visible.</a:t>
            </a:r>
          </a:p>
          <a:p xmlns:a="http://schemas.openxmlformats.org/drawingml/2006/main">
            <a:pPr algn="ctr">
              <a:lnSpc>
                <a:spcPts val="2458"/>
              </a:lnSpc>
              <a:buNone/>
            </a:pPr>
            <a:r>
              <a:t/>
            </a:r>
          </a:p>
          <a:p xmlns:a="http://schemas.openxmlformats.org/drawingml/2006/main">
            <a:pPr algn="ctr">
              <a:lnSpc>
                <a:spcPts val="2458"/>
              </a:lnSpc>
              <a:buNone/>
            </a:pPr>
            <a:r>
              <a:rPr sz="2319">
                <a:solidFill>
                  <a:srgbClr val="E4E1D8"/>
                </a:solidFill>
                <a:latin typeface="Public Sans"/>
                <a:ea typeface="Public Sans"/>
                <a:cs typeface="Public Sans"/>
              </a:rPr>
              <a:t>Ces solutions standards restent parfois insuffisantes lorsque les rôles, circuits d'affectation et contraintes de traçabilité sont spécifiques. Une solution personnalisée est donc retenue pour adapter les flux, contrôler les droits et intégrer les exigences AGCE.</a:t>
            </a:r>
          </a:p>
        </p:txBody>
      </p:sp>
    </p:spTree>
    <p:extLst>
      <p:ext uri="{BB962C8B-B14F-4D97-AF65-F5344CB8AC3E}">
        <p14:creationId xmlns:p14="http://schemas.microsoft.com/office/powerpoint/2010/main" val="491576250"/>
      </p:ext>
    </p:extLst>
  </p:cSld>
</p:sld>
</file>

<file path=ppt/slides/slide7.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8E5C6995-EFE3-499E-9D2B-EF542C31C6EC}"/>
              </a:ext>
            </a:extLst>
          </p:cNvPr>
          <p:cNvSpPr>
            <a:spLocks xmlns:a="http://schemas.openxmlformats.org/drawingml/2006/main" noGrp="1"/>
          </p:cNvSpPr>
          <p:nvPr/>
        </p:nvSpPr>
        <p:spPr>
          <a:xfrm xmlns:a="http://schemas.openxmlformats.org/drawingml/2006/main" rot="0">
            <a:off x="267412" y="475614"/>
            <a:ext cx="16439699" cy="19517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733537" indent="-866768" algn="l">
              <a:lnSpc>
                <a:spcPts val="7467"/>
              </a:lnSpc>
              <a:buAutoNum type="arabicPeriod" startAt="1"/>
            </a:pPr>
            <a:r>
              <a:rPr sz="8029" b="1" i="1">
                <a:solidFill>
                  <a:srgbClr val="373132"/>
                </a:solidFill>
                <a:latin typeface="Playfair Display Bold Italics"/>
                <a:ea typeface="Playfair Display Bold Italics"/>
                <a:cs typeface="Playfair Display Bold Italics"/>
              </a:rPr>
              <a:t>MATRICE COMPARATIVE</a:t>
            </a:r>
          </a:p>
        </p:txBody>
      </p:sp>
      <p:sp>
        <p:nvSpPr>
          <p:cNvPr id="3" name="TextBox 3">
            <a:extLst xmlns:a="http://schemas.openxmlformats.org/drawingml/2006/main">
              <a:ext uri="{FF2B5EF4-FFF2-40B4-BE49-F238E27FC236}">
                <a16:creationId xmlns:a16="http://schemas.microsoft.com/office/drawing/2014/main" id="{79401DAA-26EE-4EF6-8BF1-796E99BC2788}"/>
              </a:ext>
            </a:extLst>
          </p:cNvPr>
          <p:cNvSpPr>
            <a:spLocks xmlns:a="http://schemas.openxmlformats.org/drawingml/2006/main" noGrp="1"/>
          </p:cNvSpPr>
          <p:nvPr/>
        </p:nvSpPr>
        <p:spPr>
          <a:xfrm xmlns:a="http://schemas.openxmlformats.org/drawingml/2006/main" rot="0">
            <a:off x="8946614" y="6770822"/>
            <a:ext cx="8312686" cy="24874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Lecture : AGCE CRM réunit le suivi client, le ticketing et les droits métier dans un même parcours de traitement.</a:t>
            </a:r>
          </a:p>
        </p:txBody>
      </p:sp>
      <p:sp>
        <p:nvSpPr>
          <p:cNvPr id="4" name="">
            <a:extLst xmlns:a="http://schemas.openxmlformats.org/drawingml/2006/main">
              <a:ext uri="{FF2B5EF4-FFF2-40B4-BE49-F238E27FC236}">
                <a16:creationId xmlns:a16="http://schemas.microsoft.com/office/drawing/2014/main" id="{42C4A066-FE5B-4107-91D5-6670366B480D}"/>
              </a:ext>
            </a:extLst>
          </p:cNvPr>
          <p:cNvSpPr>
            <a:spLocks xmlns:a="http://schemas.openxmlformats.org/drawingml/2006/main" noGrp="1"/>
          </p:cNvSpPr>
          <p:nvPr/>
        </p:nvSpPr>
        <p:spPr>
          <a:xfrm xmlns:a="http://schemas.openxmlformats.org/drawingml/2006/main">
            <a:off x="1028700" y="2876550"/>
            <a:ext cx="5162550" cy="533400"/>
          </a:xfrm>
          <a:prstGeom xmlns:a="http://schemas.openxmlformats.org/drawingml/2006/main" prst="rect">
            <a:avLst/>
          </a:prstGeom>
          <a:solidFill xmlns:a="http://schemas.openxmlformats.org/drawingml/2006/main">
            <a:srgbClr val="D8D1C7"/>
          </a:solidFill>
          <a:ln xmlns:a="http://schemas.openxmlformats.org/drawingml/2006/main" w="9525">
            <a:solidFill>
              <a:srgbClr val="8A817B"/>
            </a:solidFill>
            <a:prstDash val="solid"/>
          </a:ln>
        </p:spPr>
      </p:sp>
      <p:sp>
        <p:nvSpPr>
          <p:cNvPr id="5" name="">
            <a:extLst xmlns:a="http://schemas.openxmlformats.org/drawingml/2006/main">
              <a:ext uri="{FF2B5EF4-FFF2-40B4-BE49-F238E27FC236}">
                <a16:creationId xmlns:a16="http://schemas.microsoft.com/office/drawing/2014/main" id="{AD3FB14D-B37A-4A41-8729-B56C7127CA24}"/>
              </a:ext>
            </a:extLst>
          </p:cNvPr>
          <p:cNvSpPr>
            <a:spLocks xmlns:a="http://schemas.openxmlformats.org/drawingml/2006/main" noGrp="1"/>
          </p:cNvSpPr>
          <p:nvPr/>
        </p:nvSpPr>
        <p:spPr>
          <a:xfrm xmlns:a="http://schemas.openxmlformats.org/drawingml/2006/main">
            <a:off x="1143000" y="3009900"/>
            <a:ext cx="4933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373130"/>
                </a:solidFill>
                <a:latin typeface="Public Sans"/>
                <a:ea typeface="Public Sans"/>
                <a:cs typeface="Public Sans"/>
              </a:defRPr>
            </a:pPr>
            <a:r>
              <a:rPr sz="1125" b="1">
                <a:solidFill>
                  <a:srgbClr val="373130"/>
                </a:solidFill>
                <a:latin typeface="Public Sans"/>
                <a:ea typeface="Public Sans"/>
                <a:cs typeface="Public Sans"/>
              </a:rPr>
              <a:t>CRITÈRE ESSENTIEL</a:t>
            </a:r>
          </a:p>
        </p:txBody>
      </p:sp>
      <p:sp>
        <p:nvSpPr>
          <p:cNvPr id="6" name="">
            <a:extLst xmlns:a="http://schemas.openxmlformats.org/drawingml/2006/main">
              <a:ext uri="{FF2B5EF4-FFF2-40B4-BE49-F238E27FC236}">
                <a16:creationId xmlns:a16="http://schemas.microsoft.com/office/drawing/2014/main" id="{B03E7711-1F94-4AB6-9755-A27A7724A9CD}"/>
              </a:ext>
            </a:extLst>
          </p:cNvPr>
          <p:cNvSpPr>
            <a:spLocks xmlns:a="http://schemas.openxmlformats.org/drawingml/2006/main" noGrp="1"/>
          </p:cNvSpPr>
          <p:nvPr/>
        </p:nvSpPr>
        <p:spPr>
          <a:xfrm xmlns:a="http://schemas.openxmlformats.org/drawingml/2006/main">
            <a:off x="6191250" y="2876550"/>
            <a:ext cx="3190875" cy="533400"/>
          </a:xfrm>
          <a:prstGeom xmlns:a="http://schemas.openxmlformats.org/drawingml/2006/main" prst="rect">
            <a:avLst/>
          </a:prstGeom>
          <a:solidFill xmlns:a="http://schemas.openxmlformats.org/drawingml/2006/main">
            <a:srgbClr val="D8D1C7"/>
          </a:solidFill>
          <a:ln xmlns:a="http://schemas.openxmlformats.org/drawingml/2006/main" w="9525">
            <a:solidFill>
              <a:srgbClr val="8A817B"/>
            </a:solidFill>
            <a:prstDash val="solid"/>
          </a:ln>
        </p:spPr>
      </p:sp>
      <p:sp>
        <p:nvSpPr>
          <p:cNvPr id="7" name="">
            <a:extLst xmlns:a="http://schemas.openxmlformats.org/drawingml/2006/main">
              <a:ext uri="{FF2B5EF4-FFF2-40B4-BE49-F238E27FC236}">
                <a16:creationId xmlns:a16="http://schemas.microsoft.com/office/drawing/2014/main" id="{8B0C2581-F6F0-4A8F-8065-1FB3E5DBEF38}"/>
              </a:ext>
            </a:extLst>
          </p:cNvPr>
          <p:cNvSpPr>
            <a:spLocks xmlns:a="http://schemas.openxmlformats.org/drawingml/2006/main" noGrp="1"/>
          </p:cNvSpPr>
          <p:nvPr/>
        </p:nvSpPr>
        <p:spPr>
          <a:xfrm xmlns:a="http://schemas.openxmlformats.org/drawingml/2006/main">
            <a:off x="6305550" y="3009900"/>
            <a:ext cx="29622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373130"/>
                </a:solidFill>
                <a:latin typeface="Public Sans"/>
                <a:ea typeface="Public Sans"/>
                <a:cs typeface="Public Sans"/>
              </a:defRPr>
            </a:pPr>
            <a:r>
              <a:rPr sz="1125" b="1">
                <a:solidFill>
                  <a:srgbClr val="373130"/>
                </a:solidFill>
                <a:latin typeface="Public Sans"/>
                <a:ea typeface="Public Sans"/>
                <a:cs typeface="Public Sans"/>
              </a:rPr>
              <a:t>CRM STANDARD</a:t>
            </a:r>
          </a:p>
        </p:txBody>
      </p:sp>
      <p:sp>
        <p:nvSpPr>
          <p:cNvPr id="8" name="">
            <a:extLst xmlns:a="http://schemas.openxmlformats.org/drawingml/2006/main">
              <a:ext uri="{FF2B5EF4-FFF2-40B4-BE49-F238E27FC236}">
                <a16:creationId xmlns:a16="http://schemas.microsoft.com/office/drawing/2014/main" id="{A82705D6-80D5-4E01-B372-8D863A98926F}"/>
              </a:ext>
            </a:extLst>
          </p:cNvPr>
          <p:cNvSpPr>
            <a:spLocks xmlns:a="http://schemas.openxmlformats.org/drawingml/2006/main" noGrp="1"/>
          </p:cNvSpPr>
          <p:nvPr/>
        </p:nvSpPr>
        <p:spPr>
          <a:xfrm xmlns:a="http://schemas.openxmlformats.org/drawingml/2006/main">
            <a:off x="9382125" y="2876550"/>
            <a:ext cx="3095625" cy="533400"/>
          </a:xfrm>
          <a:prstGeom xmlns:a="http://schemas.openxmlformats.org/drawingml/2006/main" prst="rect">
            <a:avLst/>
          </a:prstGeom>
          <a:solidFill xmlns:a="http://schemas.openxmlformats.org/drawingml/2006/main">
            <a:srgbClr val="D8D1C7"/>
          </a:solidFill>
          <a:ln xmlns:a="http://schemas.openxmlformats.org/drawingml/2006/main" w="9525">
            <a:solidFill>
              <a:srgbClr val="8A817B"/>
            </a:solidFill>
            <a:prstDash val="solid"/>
          </a:ln>
        </p:spPr>
      </p:sp>
      <p:sp>
        <p:nvSpPr>
          <p:cNvPr id="9" name="">
            <a:extLst xmlns:a="http://schemas.openxmlformats.org/drawingml/2006/main">
              <a:ext uri="{FF2B5EF4-FFF2-40B4-BE49-F238E27FC236}">
                <a16:creationId xmlns:a16="http://schemas.microsoft.com/office/drawing/2014/main" id="{C4490E5B-AE65-44C6-BE95-22E77EF18C59}"/>
              </a:ext>
            </a:extLst>
          </p:cNvPr>
          <p:cNvSpPr>
            <a:spLocks xmlns:a="http://schemas.openxmlformats.org/drawingml/2006/main" noGrp="1"/>
          </p:cNvSpPr>
          <p:nvPr/>
        </p:nvSpPr>
        <p:spPr>
          <a:xfrm xmlns:a="http://schemas.openxmlformats.org/drawingml/2006/main">
            <a:off x="9496425" y="3009900"/>
            <a:ext cx="28670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373130"/>
                </a:solidFill>
                <a:latin typeface="Public Sans"/>
                <a:ea typeface="Public Sans"/>
                <a:cs typeface="Public Sans"/>
              </a:defRPr>
            </a:pPr>
            <a:r>
              <a:rPr sz="1125" b="1">
                <a:solidFill>
                  <a:srgbClr val="373130"/>
                </a:solidFill>
                <a:latin typeface="Public Sans"/>
                <a:ea typeface="Public Sans"/>
                <a:cs typeface="Public Sans"/>
              </a:rPr>
              <a:t>HELPDESK</a:t>
            </a:r>
          </a:p>
        </p:txBody>
      </p:sp>
      <p:sp>
        <p:nvSpPr>
          <p:cNvPr id="10" name="">
            <a:extLst xmlns:a="http://schemas.openxmlformats.org/drawingml/2006/main">
              <a:ext uri="{FF2B5EF4-FFF2-40B4-BE49-F238E27FC236}">
                <a16:creationId xmlns:a16="http://schemas.microsoft.com/office/drawing/2014/main" id="{9018F1CD-97B8-481F-92A7-0C79E262EA9B}"/>
              </a:ext>
            </a:extLst>
          </p:cNvPr>
          <p:cNvSpPr>
            <a:spLocks xmlns:a="http://schemas.openxmlformats.org/drawingml/2006/main" noGrp="1"/>
          </p:cNvSpPr>
          <p:nvPr/>
        </p:nvSpPr>
        <p:spPr>
          <a:xfrm xmlns:a="http://schemas.openxmlformats.org/drawingml/2006/main">
            <a:off x="12477750" y="2876550"/>
            <a:ext cx="4524375" cy="533400"/>
          </a:xfrm>
          <a:prstGeom xmlns:a="http://schemas.openxmlformats.org/drawingml/2006/main" prst="rect">
            <a:avLst/>
          </a:prstGeom>
          <a:solidFill xmlns:a="http://schemas.openxmlformats.org/drawingml/2006/main">
            <a:srgbClr val="393332"/>
          </a:solidFill>
          <a:ln xmlns:a="http://schemas.openxmlformats.org/drawingml/2006/main" w="9525">
            <a:solidFill>
              <a:srgbClr val="8A817B"/>
            </a:solidFill>
            <a:prstDash val="solid"/>
          </a:ln>
        </p:spPr>
      </p:sp>
      <p:sp>
        <p:nvSpPr>
          <p:cNvPr id="11" name="">
            <a:extLst xmlns:a="http://schemas.openxmlformats.org/drawingml/2006/main">
              <a:ext uri="{FF2B5EF4-FFF2-40B4-BE49-F238E27FC236}">
                <a16:creationId xmlns:a16="http://schemas.microsoft.com/office/drawing/2014/main" id="{BB27F76A-BABC-4F31-B591-95F89D801B2D}"/>
              </a:ext>
            </a:extLst>
          </p:cNvPr>
          <p:cNvSpPr>
            <a:spLocks xmlns:a="http://schemas.openxmlformats.org/drawingml/2006/main" noGrp="1"/>
          </p:cNvSpPr>
          <p:nvPr/>
        </p:nvSpPr>
        <p:spPr>
          <a:xfrm xmlns:a="http://schemas.openxmlformats.org/drawingml/2006/main">
            <a:off x="12592050" y="3009900"/>
            <a:ext cx="42957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F4F0E9"/>
                </a:solidFill>
                <a:latin typeface="Public Sans"/>
                <a:ea typeface="Public Sans"/>
                <a:cs typeface="Public Sans"/>
              </a:defRPr>
            </a:pPr>
            <a:r>
              <a:rPr sz="1125" b="1">
                <a:solidFill>
                  <a:srgbClr val="F4F0E9"/>
                </a:solidFill>
                <a:latin typeface="Public Sans"/>
                <a:ea typeface="Public Sans"/>
                <a:cs typeface="Public Sans"/>
              </a:rPr>
              <a:t>AGCE CRM</a:t>
            </a:r>
          </a:p>
        </p:txBody>
      </p:sp>
      <p:sp>
        <p:nvSpPr>
          <p:cNvPr id="12" name="">
            <a:extLst xmlns:a="http://schemas.openxmlformats.org/drawingml/2006/main">
              <a:ext uri="{FF2B5EF4-FFF2-40B4-BE49-F238E27FC236}">
                <a16:creationId xmlns:a16="http://schemas.microsoft.com/office/drawing/2014/main" id="{F91D5B28-2322-4574-9DC6-AD64975A05DD}"/>
              </a:ext>
            </a:extLst>
          </p:cNvPr>
          <p:cNvSpPr>
            <a:spLocks xmlns:a="http://schemas.openxmlformats.org/drawingml/2006/main" noGrp="1"/>
          </p:cNvSpPr>
          <p:nvPr/>
        </p:nvSpPr>
        <p:spPr>
          <a:xfrm xmlns:a="http://schemas.openxmlformats.org/drawingml/2006/main">
            <a:off x="1028700" y="3409950"/>
            <a:ext cx="5162550"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13" name="">
            <a:extLst xmlns:a="http://schemas.openxmlformats.org/drawingml/2006/main">
              <a:ext uri="{FF2B5EF4-FFF2-40B4-BE49-F238E27FC236}">
                <a16:creationId xmlns:a16="http://schemas.microsoft.com/office/drawing/2014/main" id="{E015733E-2D0A-42AA-BDE2-4B688650E9DC}"/>
              </a:ext>
            </a:extLst>
          </p:cNvPr>
          <p:cNvSpPr>
            <a:spLocks xmlns:a="http://schemas.openxmlformats.org/drawingml/2006/main" noGrp="1"/>
          </p:cNvSpPr>
          <p:nvPr/>
        </p:nvSpPr>
        <p:spPr>
          <a:xfrm xmlns:a="http://schemas.openxmlformats.org/drawingml/2006/main">
            <a:off x="1143000" y="3533775"/>
            <a:ext cx="49339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Suivi client</a:t>
            </a:r>
          </a:p>
        </p:txBody>
      </p:sp>
      <p:sp>
        <p:nvSpPr>
          <p:cNvPr id="14" name="">
            <a:extLst xmlns:a="http://schemas.openxmlformats.org/drawingml/2006/main">
              <a:ext uri="{FF2B5EF4-FFF2-40B4-BE49-F238E27FC236}">
                <a16:creationId xmlns:a16="http://schemas.microsoft.com/office/drawing/2014/main" id="{8C0A30ED-B959-47D5-8EA4-23A15975E376}"/>
              </a:ext>
            </a:extLst>
          </p:cNvPr>
          <p:cNvSpPr>
            <a:spLocks xmlns:a="http://schemas.openxmlformats.org/drawingml/2006/main" noGrp="1"/>
          </p:cNvSpPr>
          <p:nvPr/>
        </p:nvSpPr>
        <p:spPr>
          <a:xfrm xmlns:a="http://schemas.openxmlformats.org/drawingml/2006/main">
            <a:off x="6191250" y="3409950"/>
            <a:ext cx="3190875"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15" name="">
            <a:extLst xmlns:a="http://schemas.openxmlformats.org/drawingml/2006/main">
              <a:ext uri="{FF2B5EF4-FFF2-40B4-BE49-F238E27FC236}">
                <a16:creationId xmlns:a16="http://schemas.microsoft.com/office/drawing/2014/main" id="{46F1F5A4-5F8A-4CE1-8462-0025E93C2395}"/>
              </a:ext>
            </a:extLst>
          </p:cNvPr>
          <p:cNvSpPr>
            <a:spLocks xmlns:a="http://schemas.openxmlformats.org/drawingml/2006/main" noGrp="1"/>
          </p:cNvSpPr>
          <p:nvPr/>
        </p:nvSpPr>
        <p:spPr>
          <a:xfrm xmlns:a="http://schemas.openxmlformats.org/drawingml/2006/main">
            <a:off x="6305550" y="3533775"/>
            <a:ext cx="29622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0">
                <a:solidFill>
                  <a:srgbClr val="373130"/>
                </a:solidFill>
                <a:latin typeface="Public Sans"/>
                <a:ea typeface="Public Sans"/>
                <a:cs typeface="Public Sans"/>
              </a:defRPr>
            </a:pPr>
            <a:r>
              <a:rPr sz="1200" b="0">
                <a:solidFill>
                  <a:srgbClr val="373130"/>
                </a:solidFill>
                <a:latin typeface="Public Sans"/>
                <a:ea typeface="Public Sans"/>
                <a:cs typeface="Public Sans"/>
              </a:rPr>
              <a:t>Fort</a:t>
            </a:r>
          </a:p>
        </p:txBody>
      </p:sp>
      <p:sp>
        <p:nvSpPr>
          <p:cNvPr id="16" name="">
            <a:extLst xmlns:a="http://schemas.openxmlformats.org/drawingml/2006/main">
              <a:ext uri="{FF2B5EF4-FFF2-40B4-BE49-F238E27FC236}">
                <a16:creationId xmlns:a16="http://schemas.microsoft.com/office/drawing/2014/main" id="{A7819003-D2E0-4B16-95F9-FBF357711464}"/>
              </a:ext>
            </a:extLst>
          </p:cNvPr>
          <p:cNvSpPr>
            <a:spLocks xmlns:a="http://schemas.openxmlformats.org/drawingml/2006/main" noGrp="1"/>
          </p:cNvSpPr>
          <p:nvPr/>
        </p:nvSpPr>
        <p:spPr>
          <a:xfrm xmlns:a="http://schemas.openxmlformats.org/drawingml/2006/main">
            <a:off x="9382125" y="3409950"/>
            <a:ext cx="3095625"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17" name="">
            <a:extLst xmlns:a="http://schemas.openxmlformats.org/drawingml/2006/main">
              <a:ext uri="{FF2B5EF4-FFF2-40B4-BE49-F238E27FC236}">
                <a16:creationId xmlns:a16="http://schemas.microsoft.com/office/drawing/2014/main" id="{8A686D73-9BF3-4D85-8BE1-106F99F0A199}"/>
              </a:ext>
            </a:extLst>
          </p:cNvPr>
          <p:cNvSpPr>
            <a:spLocks xmlns:a="http://schemas.openxmlformats.org/drawingml/2006/main" noGrp="1"/>
          </p:cNvSpPr>
          <p:nvPr/>
        </p:nvSpPr>
        <p:spPr>
          <a:xfrm xmlns:a="http://schemas.openxmlformats.org/drawingml/2006/main">
            <a:off x="9496425" y="3533775"/>
            <a:ext cx="286702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0">
                <a:solidFill>
                  <a:srgbClr val="373130"/>
                </a:solidFill>
                <a:latin typeface="Public Sans"/>
                <a:ea typeface="Public Sans"/>
                <a:cs typeface="Public Sans"/>
              </a:defRPr>
            </a:pPr>
            <a:r>
              <a:rPr sz="1200" b="0">
                <a:solidFill>
                  <a:srgbClr val="373130"/>
                </a:solidFill>
                <a:latin typeface="Public Sans"/>
                <a:ea typeface="Public Sans"/>
                <a:cs typeface="Public Sans"/>
              </a:rPr>
              <a:t>Partiel</a:t>
            </a:r>
          </a:p>
        </p:txBody>
      </p:sp>
      <p:sp>
        <p:nvSpPr>
          <p:cNvPr id="18" name="">
            <a:extLst xmlns:a="http://schemas.openxmlformats.org/drawingml/2006/main">
              <a:ext uri="{FF2B5EF4-FFF2-40B4-BE49-F238E27FC236}">
                <a16:creationId xmlns:a16="http://schemas.microsoft.com/office/drawing/2014/main" id="{CEAA8228-4F7B-47EB-ABFA-AA65AB1CE2EB}"/>
              </a:ext>
            </a:extLst>
          </p:cNvPr>
          <p:cNvSpPr>
            <a:spLocks xmlns:a="http://schemas.openxmlformats.org/drawingml/2006/main" noGrp="1"/>
          </p:cNvSpPr>
          <p:nvPr/>
        </p:nvSpPr>
        <p:spPr>
          <a:xfrm xmlns:a="http://schemas.openxmlformats.org/drawingml/2006/main">
            <a:off x="12477750" y="3409950"/>
            <a:ext cx="4524375"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19" name="">
            <a:extLst xmlns:a="http://schemas.openxmlformats.org/drawingml/2006/main">
              <a:ext uri="{FF2B5EF4-FFF2-40B4-BE49-F238E27FC236}">
                <a16:creationId xmlns:a16="http://schemas.microsoft.com/office/drawing/2014/main" id="{96437437-4ACE-416A-AF55-EE6FE5E8418D}"/>
              </a:ext>
            </a:extLst>
          </p:cNvPr>
          <p:cNvSpPr>
            <a:spLocks xmlns:a="http://schemas.openxmlformats.org/drawingml/2006/main" noGrp="1"/>
          </p:cNvSpPr>
          <p:nvPr/>
        </p:nvSpPr>
        <p:spPr>
          <a:xfrm xmlns:a="http://schemas.openxmlformats.org/drawingml/2006/main">
            <a:off x="12592050" y="3533775"/>
            <a:ext cx="42957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Intégré</a:t>
            </a:r>
          </a:p>
        </p:txBody>
      </p:sp>
      <p:sp>
        <p:nvSpPr>
          <p:cNvPr id="20" name="">
            <a:extLst xmlns:a="http://schemas.openxmlformats.org/drawingml/2006/main">
              <a:ext uri="{FF2B5EF4-FFF2-40B4-BE49-F238E27FC236}">
                <a16:creationId xmlns:a16="http://schemas.microsoft.com/office/drawing/2014/main" id="{2BBA6FAC-7093-4CDD-B167-7C2459AC9744}"/>
              </a:ext>
            </a:extLst>
          </p:cNvPr>
          <p:cNvSpPr>
            <a:spLocks xmlns:a="http://schemas.openxmlformats.org/drawingml/2006/main" noGrp="1"/>
          </p:cNvSpPr>
          <p:nvPr/>
        </p:nvSpPr>
        <p:spPr>
          <a:xfrm xmlns:a="http://schemas.openxmlformats.org/drawingml/2006/main">
            <a:off x="1028700" y="3971925"/>
            <a:ext cx="5162550" cy="561975"/>
          </a:xfrm>
          <a:prstGeom xmlns:a="http://schemas.openxmlformats.org/drawingml/2006/main" prst="rect">
            <a:avLst/>
          </a:prstGeom>
          <a:solidFill xmlns:a="http://schemas.openxmlformats.org/drawingml/2006/main">
            <a:srgbClr val="EEE9E1"/>
          </a:solidFill>
          <a:ln xmlns:a="http://schemas.openxmlformats.org/drawingml/2006/main" w="9525">
            <a:solidFill>
              <a:srgbClr val="C9C1B7"/>
            </a:solidFill>
            <a:prstDash val="solid"/>
          </a:ln>
        </p:spPr>
      </p:sp>
      <p:sp>
        <p:nvSpPr>
          <p:cNvPr id="21" name="">
            <a:extLst xmlns:a="http://schemas.openxmlformats.org/drawingml/2006/main">
              <a:ext uri="{FF2B5EF4-FFF2-40B4-BE49-F238E27FC236}">
                <a16:creationId xmlns:a16="http://schemas.microsoft.com/office/drawing/2014/main" id="{A53BD08F-503F-467E-8E3F-81DE0B173B3D}"/>
              </a:ext>
            </a:extLst>
          </p:cNvPr>
          <p:cNvSpPr>
            <a:spLocks xmlns:a="http://schemas.openxmlformats.org/drawingml/2006/main" noGrp="1"/>
          </p:cNvSpPr>
          <p:nvPr/>
        </p:nvSpPr>
        <p:spPr>
          <a:xfrm xmlns:a="http://schemas.openxmlformats.org/drawingml/2006/main">
            <a:off x="1143000" y="4095750"/>
            <a:ext cx="49339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Ticket &amp; affectation</a:t>
            </a:r>
          </a:p>
        </p:txBody>
      </p:sp>
      <p:sp>
        <p:nvSpPr>
          <p:cNvPr id="22" name="">
            <a:extLst xmlns:a="http://schemas.openxmlformats.org/drawingml/2006/main">
              <a:ext uri="{FF2B5EF4-FFF2-40B4-BE49-F238E27FC236}">
                <a16:creationId xmlns:a16="http://schemas.microsoft.com/office/drawing/2014/main" id="{63AB4348-C651-4CB9-93E4-68FE548F426B}"/>
              </a:ext>
            </a:extLst>
          </p:cNvPr>
          <p:cNvSpPr>
            <a:spLocks xmlns:a="http://schemas.openxmlformats.org/drawingml/2006/main" noGrp="1"/>
          </p:cNvSpPr>
          <p:nvPr/>
        </p:nvSpPr>
        <p:spPr>
          <a:xfrm xmlns:a="http://schemas.openxmlformats.org/drawingml/2006/main">
            <a:off x="6191250" y="3971925"/>
            <a:ext cx="3190875" cy="561975"/>
          </a:xfrm>
          <a:prstGeom xmlns:a="http://schemas.openxmlformats.org/drawingml/2006/main" prst="rect">
            <a:avLst/>
          </a:prstGeom>
          <a:solidFill xmlns:a="http://schemas.openxmlformats.org/drawingml/2006/main">
            <a:srgbClr val="EEE9E1"/>
          </a:solidFill>
          <a:ln xmlns:a="http://schemas.openxmlformats.org/drawingml/2006/main" w="9525">
            <a:solidFill>
              <a:srgbClr val="C9C1B7"/>
            </a:solidFill>
            <a:prstDash val="solid"/>
          </a:ln>
        </p:spPr>
      </p:sp>
      <p:sp>
        <p:nvSpPr>
          <p:cNvPr id="23" name="">
            <a:extLst xmlns:a="http://schemas.openxmlformats.org/drawingml/2006/main">
              <a:ext uri="{FF2B5EF4-FFF2-40B4-BE49-F238E27FC236}">
                <a16:creationId xmlns:a16="http://schemas.microsoft.com/office/drawing/2014/main" id="{DD0D3F21-4B6A-4ACE-AD2A-2A1C817C721A}"/>
              </a:ext>
            </a:extLst>
          </p:cNvPr>
          <p:cNvSpPr>
            <a:spLocks xmlns:a="http://schemas.openxmlformats.org/drawingml/2006/main" noGrp="1"/>
          </p:cNvSpPr>
          <p:nvPr/>
        </p:nvSpPr>
        <p:spPr>
          <a:xfrm xmlns:a="http://schemas.openxmlformats.org/drawingml/2006/main">
            <a:off x="6305550" y="4095750"/>
            <a:ext cx="29622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0">
                <a:solidFill>
                  <a:srgbClr val="373130"/>
                </a:solidFill>
                <a:latin typeface="Public Sans"/>
                <a:ea typeface="Public Sans"/>
                <a:cs typeface="Public Sans"/>
              </a:defRPr>
            </a:pPr>
            <a:r>
              <a:rPr sz="1200" b="0">
                <a:solidFill>
                  <a:srgbClr val="373130"/>
                </a:solidFill>
                <a:latin typeface="Public Sans"/>
                <a:ea typeface="Public Sans"/>
                <a:cs typeface="Public Sans"/>
              </a:rPr>
              <a:t>Partiel</a:t>
            </a:r>
          </a:p>
        </p:txBody>
      </p:sp>
      <p:sp>
        <p:nvSpPr>
          <p:cNvPr id="24" name="">
            <a:extLst xmlns:a="http://schemas.openxmlformats.org/drawingml/2006/main">
              <a:ext uri="{FF2B5EF4-FFF2-40B4-BE49-F238E27FC236}">
                <a16:creationId xmlns:a16="http://schemas.microsoft.com/office/drawing/2014/main" id="{B523968D-6E0B-43EF-80E2-2031DB9F9033}"/>
              </a:ext>
            </a:extLst>
          </p:cNvPr>
          <p:cNvSpPr>
            <a:spLocks xmlns:a="http://schemas.openxmlformats.org/drawingml/2006/main" noGrp="1"/>
          </p:cNvSpPr>
          <p:nvPr/>
        </p:nvSpPr>
        <p:spPr>
          <a:xfrm xmlns:a="http://schemas.openxmlformats.org/drawingml/2006/main">
            <a:off x="9382125" y="3971925"/>
            <a:ext cx="3095625" cy="561975"/>
          </a:xfrm>
          <a:prstGeom xmlns:a="http://schemas.openxmlformats.org/drawingml/2006/main" prst="rect">
            <a:avLst/>
          </a:prstGeom>
          <a:solidFill xmlns:a="http://schemas.openxmlformats.org/drawingml/2006/main">
            <a:srgbClr val="EEE9E1"/>
          </a:solidFill>
          <a:ln xmlns:a="http://schemas.openxmlformats.org/drawingml/2006/main" w="9525">
            <a:solidFill>
              <a:srgbClr val="C9C1B7"/>
            </a:solidFill>
            <a:prstDash val="solid"/>
          </a:ln>
        </p:spPr>
      </p:sp>
      <p:sp>
        <p:nvSpPr>
          <p:cNvPr id="25" name="">
            <a:extLst xmlns:a="http://schemas.openxmlformats.org/drawingml/2006/main">
              <a:ext uri="{FF2B5EF4-FFF2-40B4-BE49-F238E27FC236}">
                <a16:creationId xmlns:a16="http://schemas.microsoft.com/office/drawing/2014/main" id="{313DF8DD-CF1A-44E0-8093-CC81B7349E78}"/>
              </a:ext>
            </a:extLst>
          </p:cNvPr>
          <p:cNvSpPr>
            <a:spLocks xmlns:a="http://schemas.openxmlformats.org/drawingml/2006/main" noGrp="1"/>
          </p:cNvSpPr>
          <p:nvPr/>
        </p:nvSpPr>
        <p:spPr>
          <a:xfrm xmlns:a="http://schemas.openxmlformats.org/drawingml/2006/main">
            <a:off x="9496425" y="4095750"/>
            <a:ext cx="286702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0">
                <a:solidFill>
                  <a:srgbClr val="373130"/>
                </a:solidFill>
                <a:latin typeface="Public Sans"/>
                <a:ea typeface="Public Sans"/>
                <a:cs typeface="Public Sans"/>
              </a:defRPr>
            </a:pPr>
            <a:r>
              <a:rPr sz="1200" b="0">
                <a:solidFill>
                  <a:srgbClr val="373130"/>
                </a:solidFill>
                <a:latin typeface="Public Sans"/>
                <a:ea typeface="Public Sans"/>
                <a:cs typeface="Public Sans"/>
              </a:rPr>
              <a:t>Fort</a:t>
            </a:r>
          </a:p>
        </p:txBody>
      </p:sp>
      <p:sp>
        <p:nvSpPr>
          <p:cNvPr id="26" name="">
            <a:extLst xmlns:a="http://schemas.openxmlformats.org/drawingml/2006/main">
              <a:ext uri="{FF2B5EF4-FFF2-40B4-BE49-F238E27FC236}">
                <a16:creationId xmlns:a16="http://schemas.microsoft.com/office/drawing/2014/main" id="{62E37DA1-D488-404B-A1CC-553AF247F10C}"/>
              </a:ext>
            </a:extLst>
          </p:cNvPr>
          <p:cNvSpPr>
            <a:spLocks xmlns:a="http://schemas.openxmlformats.org/drawingml/2006/main" noGrp="1"/>
          </p:cNvSpPr>
          <p:nvPr/>
        </p:nvSpPr>
        <p:spPr>
          <a:xfrm xmlns:a="http://schemas.openxmlformats.org/drawingml/2006/main">
            <a:off x="12477750" y="3971925"/>
            <a:ext cx="4524375" cy="561975"/>
          </a:xfrm>
          <a:prstGeom xmlns:a="http://schemas.openxmlformats.org/drawingml/2006/main" prst="rect">
            <a:avLst/>
          </a:prstGeom>
          <a:solidFill xmlns:a="http://schemas.openxmlformats.org/drawingml/2006/main">
            <a:srgbClr val="EEE9E1"/>
          </a:solidFill>
          <a:ln xmlns:a="http://schemas.openxmlformats.org/drawingml/2006/main" w="9525">
            <a:solidFill>
              <a:srgbClr val="C9C1B7"/>
            </a:solidFill>
            <a:prstDash val="solid"/>
          </a:ln>
        </p:spPr>
      </p:sp>
      <p:sp>
        <p:nvSpPr>
          <p:cNvPr id="27" name="">
            <a:extLst xmlns:a="http://schemas.openxmlformats.org/drawingml/2006/main">
              <a:ext uri="{FF2B5EF4-FFF2-40B4-BE49-F238E27FC236}">
                <a16:creationId xmlns:a16="http://schemas.microsoft.com/office/drawing/2014/main" id="{A5E46437-C800-47AE-BF99-CA2AB282C5FB}"/>
              </a:ext>
            </a:extLst>
          </p:cNvPr>
          <p:cNvSpPr>
            <a:spLocks xmlns:a="http://schemas.openxmlformats.org/drawingml/2006/main" noGrp="1"/>
          </p:cNvSpPr>
          <p:nvPr/>
        </p:nvSpPr>
        <p:spPr>
          <a:xfrm xmlns:a="http://schemas.openxmlformats.org/drawingml/2006/main">
            <a:off x="12592050" y="4095750"/>
            <a:ext cx="42957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Intégré</a:t>
            </a:r>
          </a:p>
        </p:txBody>
      </p:sp>
      <p:sp>
        <p:nvSpPr>
          <p:cNvPr id="28" name="">
            <a:extLst xmlns:a="http://schemas.openxmlformats.org/drawingml/2006/main">
              <a:ext uri="{FF2B5EF4-FFF2-40B4-BE49-F238E27FC236}">
                <a16:creationId xmlns:a16="http://schemas.microsoft.com/office/drawing/2014/main" id="{718CA113-85AA-48FF-BA57-A2F219001D6D}"/>
              </a:ext>
            </a:extLst>
          </p:cNvPr>
          <p:cNvSpPr>
            <a:spLocks xmlns:a="http://schemas.openxmlformats.org/drawingml/2006/main" noGrp="1"/>
          </p:cNvSpPr>
          <p:nvPr/>
        </p:nvSpPr>
        <p:spPr>
          <a:xfrm xmlns:a="http://schemas.openxmlformats.org/drawingml/2006/main">
            <a:off x="1028700" y="4533900"/>
            <a:ext cx="5162550"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29" name="">
            <a:extLst xmlns:a="http://schemas.openxmlformats.org/drawingml/2006/main">
              <a:ext uri="{FF2B5EF4-FFF2-40B4-BE49-F238E27FC236}">
                <a16:creationId xmlns:a16="http://schemas.microsoft.com/office/drawing/2014/main" id="{D63396E5-E241-4D4F-9CD1-5F0DF9317E5A}"/>
              </a:ext>
            </a:extLst>
          </p:cNvPr>
          <p:cNvSpPr>
            <a:spLocks xmlns:a="http://schemas.openxmlformats.org/drawingml/2006/main" noGrp="1"/>
          </p:cNvSpPr>
          <p:nvPr/>
        </p:nvSpPr>
        <p:spPr>
          <a:xfrm xmlns:a="http://schemas.openxmlformats.org/drawingml/2006/main">
            <a:off x="1143000" y="4657725"/>
            <a:ext cx="49339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Rôles spécifiques</a:t>
            </a:r>
          </a:p>
        </p:txBody>
      </p:sp>
      <p:sp>
        <p:nvSpPr>
          <p:cNvPr id="30" name="">
            <a:extLst xmlns:a="http://schemas.openxmlformats.org/drawingml/2006/main">
              <a:ext uri="{FF2B5EF4-FFF2-40B4-BE49-F238E27FC236}">
                <a16:creationId xmlns:a16="http://schemas.microsoft.com/office/drawing/2014/main" id="{EB66C141-F7C0-455D-8BC1-CA7D764AD830}"/>
              </a:ext>
            </a:extLst>
          </p:cNvPr>
          <p:cNvSpPr>
            <a:spLocks xmlns:a="http://schemas.openxmlformats.org/drawingml/2006/main" noGrp="1"/>
          </p:cNvSpPr>
          <p:nvPr/>
        </p:nvSpPr>
        <p:spPr>
          <a:xfrm xmlns:a="http://schemas.openxmlformats.org/drawingml/2006/main">
            <a:off x="6191250" y="4533900"/>
            <a:ext cx="3190875"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31" name="">
            <a:extLst xmlns:a="http://schemas.openxmlformats.org/drawingml/2006/main">
              <a:ext uri="{FF2B5EF4-FFF2-40B4-BE49-F238E27FC236}">
                <a16:creationId xmlns:a16="http://schemas.microsoft.com/office/drawing/2014/main" id="{467315D7-A604-4D8C-A069-9023B626F674}"/>
              </a:ext>
            </a:extLst>
          </p:cNvPr>
          <p:cNvSpPr>
            <a:spLocks xmlns:a="http://schemas.openxmlformats.org/drawingml/2006/main" noGrp="1"/>
          </p:cNvSpPr>
          <p:nvPr/>
        </p:nvSpPr>
        <p:spPr>
          <a:xfrm xmlns:a="http://schemas.openxmlformats.org/drawingml/2006/main">
            <a:off x="6305550" y="4657725"/>
            <a:ext cx="29622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0">
                <a:solidFill>
                  <a:srgbClr val="373130"/>
                </a:solidFill>
                <a:latin typeface="Public Sans"/>
                <a:ea typeface="Public Sans"/>
                <a:cs typeface="Public Sans"/>
              </a:defRPr>
            </a:pPr>
            <a:r>
              <a:rPr sz="1200" b="0">
                <a:solidFill>
                  <a:srgbClr val="373130"/>
                </a:solidFill>
                <a:latin typeface="Public Sans"/>
                <a:ea typeface="Public Sans"/>
                <a:cs typeface="Public Sans"/>
              </a:rPr>
              <a:t>Paramétrage</a:t>
            </a:r>
          </a:p>
        </p:txBody>
      </p:sp>
      <p:sp>
        <p:nvSpPr>
          <p:cNvPr id="32" name="">
            <a:extLst xmlns:a="http://schemas.openxmlformats.org/drawingml/2006/main">
              <a:ext uri="{FF2B5EF4-FFF2-40B4-BE49-F238E27FC236}">
                <a16:creationId xmlns:a16="http://schemas.microsoft.com/office/drawing/2014/main" id="{DFE42567-6DD5-4D18-A006-ADC6651DB5DF}"/>
              </a:ext>
            </a:extLst>
          </p:cNvPr>
          <p:cNvSpPr>
            <a:spLocks xmlns:a="http://schemas.openxmlformats.org/drawingml/2006/main" noGrp="1"/>
          </p:cNvSpPr>
          <p:nvPr/>
        </p:nvSpPr>
        <p:spPr>
          <a:xfrm xmlns:a="http://schemas.openxmlformats.org/drawingml/2006/main">
            <a:off x="9382125" y="4533900"/>
            <a:ext cx="3095625"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33" name="">
            <a:extLst xmlns:a="http://schemas.openxmlformats.org/drawingml/2006/main">
              <a:ext uri="{FF2B5EF4-FFF2-40B4-BE49-F238E27FC236}">
                <a16:creationId xmlns:a16="http://schemas.microsoft.com/office/drawing/2014/main" id="{57627BB9-063F-4041-8DC2-AC47FC8C55CA}"/>
              </a:ext>
            </a:extLst>
          </p:cNvPr>
          <p:cNvSpPr>
            <a:spLocks xmlns:a="http://schemas.openxmlformats.org/drawingml/2006/main" noGrp="1"/>
          </p:cNvSpPr>
          <p:nvPr/>
        </p:nvSpPr>
        <p:spPr>
          <a:xfrm xmlns:a="http://schemas.openxmlformats.org/drawingml/2006/main">
            <a:off x="9496425" y="4657725"/>
            <a:ext cx="286702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0">
                <a:solidFill>
                  <a:srgbClr val="373130"/>
                </a:solidFill>
                <a:latin typeface="Public Sans"/>
                <a:ea typeface="Public Sans"/>
                <a:cs typeface="Public Sans"/>
              </a:defRPr>
            </a:pPr>
            <a:r>
              <a:rPr sz="1200" b="0">
                <a:solidFill>
                  <a:srgbClr val="373130"/>
                </a:solidFill>
                <a:latin typeface="Public Sans"/>
                <a:ea typeface="Public Sans"/>
                <a:cs typeface="Public Sans"/>
              </a:rPr>
              <a:t>Paramétrage</a:t>
            </a:r>
          </a:p>
        </p:txBody>
      </p:sp>
      <p:sp>
        <p:nvSpPr>
          <p:cNvPr id="34" name="">
            <a:extLst xmlns:a="http://schemas.openxmlformats.org/drawingml/2006/main">
              <a:ext uri="{FF2B5EF4-FFF2-40B4-BE49-F238E27FC236}">
                <a16:creationId xmlns:a16="http://schemas.microsoft.com/office/drawing/2014/main" id="{4475217B-9F48-419B-AF90-674457B1207E}"/>
              </a:ext>
            </a:extLst>
          </p:cNvPr>
          <p:cNvSpPr>
            <a:spLocks xmlns:a="http://schemas.openxmlformats.org/drawingml/2006/main" noGrp="1"/>
          </p:cNvSpPr>
          <p:nvPr/>
        </p:nvSpPr>
        <p:spPr>
          <a:xfrm xmlns:a="http://schemas.openxmlformats.org/drawingml/2006/main">
            <a:off x="12477750" y="4533900"/>
            <a:ext cx="4524375"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35" name="">
            <a:extLst xmlns:a="http://schemas.openxmlformats.org/drawingml/2006/main">
              <a:ext uri="{FF2B5EF4-FFF2-40B4-BE49-F238E27FC236}">
                <a16:creationId xmlns:a16="http://schemas.microsoft.com/office/drawing/2014/main" id="{2D2AA256-CC58-4461-9212-30889F042DEA}"/>
              </a:ext>
            </a:extLst>
          </p:cNvPr>
          <p:cNvSpPr>
            <a:spLocks xmlns:a="http://schemas.openxmlformats.org/drawingml/2006/main" noGrp="1"/>
          </p:cNvSpPr>
          <p:nvPr/>
        </p:nvSpPr>
        <p:spPr>
          <a:xfrm xmlns:a="http://schemas.openxmlformats.org/drawingml/2006/main">
            <a:off x="12592050" y="4657725"/>
            <a:ext cx="42957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Adaptés</a:t>
            </a:r>
          </a:p>
        </p:txBody>
      </p:sp>
      <p:sp>
        <p:nvSpPr>
          <p:cNvPr id="36" name="">
            <a:extLst xmlns:a="http://schemas.openxmlformats.org/drawingml/2006/main">
              <a:ext uri="{FF2B5EF4-FFF2-40B4-BE49-F238E27FC236}">
                <a16:creationId xmlns:a16="http://schemas.microsoft.com/office/drawing/2014/main" id="{B2005468-CCC8-49F3-BB05-A5D5CEE6C3E5}"/>
              </a:ext>
            </a:extLst>
          </p:cNvPr>
          <p:cNvSpPr>
            <a:spLocks xmlns:a="http://schemas.openxmlformats.org/drawingml/2006/main" noGrp="1"/>
          </p:cNvSpPr>
          <p:nvPr/>
        </p:nvSpPr>
        <p:spPr>
          <a:xfrm xmlns:a="http://schemas.openxmlformats.org/drawingml/2006/main">
            <a:off x="1028700" y="5095875"/>
            <a:ext cx="5162550" cy="561975"/>
          </a:xfrm>
          <a:prstGeom xmlns:a="http://schemas.openxmlformats.org/drawingml/2006/main" prst="rect">
            <a:avLst/>
          </a:prstGeom>
          <a:solidFill xmlns:a="http://schemas.openxmlformats.org/drawingml/2006/main">
            <a:srgbClr val="EEE9E1"/>
          </a:solidFill>
          <a:ln xmlns:a="http://schemas.openxmlformats.org/drawingml/2006/main" w="9525">
            <a:solidFill>
              <a:srgbClr val="C9C1B7"/>
            </a:solidFill>
            <a:prstDash val="solid"/>
          </a:ln>
        </p:spPr>
      </p:sp>
      <p:sp>
        <p:nvSpPr>
          <p:cNvPr id="37" name="">
            <a:extLst xmlns:a="http://schemas.openxmlformats.org/drawingml/2006/main">
              <a:ext uri="{FF2B5EF4-FFF2-40B4-BE49-F238E27FC236}">
                <a16:creationId xmlns:a16="http://schemas.microsoft.com/office/drawing/2014/main" id="{BC9FD189-2A12-4052-AE92-3DC3C725478B}"/>
              </a:ext>
            </a:extLst>
          </p:cNvPr>
          <p:cNvSpPr>
            <a:spLocks xmlns:a="http://schemas.openxmlformats.org/drawingml/2006/main" noGrp="1"/>
          </p:cNvSpPr>
          <p:nvPr/>
        </p:nvSpPr>
        <p:spPr>
          <a:xfrm xmlns:a="http://schemas.openxmlformats.org/drawingml/2006/main">
            <a:off x="1143000" y="5219700"/>
            <a:ext cx="49339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Traçabilité métier</a:t>
            </a:r>
          </a:p>
        </p:txBody>
      </p:sp>
      <p:sp>
        <p:nvSpPr>
          <p:cNvPr id="38" name="">
            <a:extLst xmlns:a="http://schemas.openxmlformats.org/drawingml/2006/main">
              <a:ext uri="{FF2B5EF4-FFF2-40B4-BE49-F238E27FC236}">
                <a16:creationId xmlns:a16="http://schemas.microsoft.com/office/drawing/2014/main" id="{9A727968-2AAC-4E99-A9D8-AE99DA69A2E5}"/>
              </a:ext>
            </a:extLst>
          </p:cNvPr>
          <p:cNvSpPr>
            <a:spLocks xmlns:a="http://schemas.openxmlformats.org/drawingml/2006/main" noGrp="1"/>
          </p:cNvSpPr>
          <p:nvPr/>
        </p:nvSpPr>
        <p:spPr>
          <a:xfrm xmlns:a="http://schemas.openxmlformats.org/drawingml/2006/main">
            <a:off x="6191250" y="5095875"/>
            <a:ext cx="3190875" cy="561975"/>
          </a:xfrm>
          <a:prstGeom xmlns:a="http://schemas.openxmlformats.org/drawingml/2006/main" prst="rect">
            <a:avLst/>
          </a:prstGeom>
          <a:solidFill xmlns:a="http://schemas.openxmlformats.org/drawingml/2006/main">
            <a:srgbClr val="EEE9E1"/>
          </a:solidFill>
          <a:ln xmlns:a="http://schemas.openxmlformats.org/drawingml/2006/main" w="9525">
            <a:solidFill>
              <a:srgbClr val="C9C1B7"/>
            </a:solidFill>
            <a:prstDash val="solid"/>
          </a:ln>
        </p:spPr>
      </p:sp>
      <p:sp>
        <p:nvSpPr>
          <p:cNvPr id="39" name="">
            <a:extLst xmlns:a="http://schemas.openxmlformats.org/drawingml/2006/main">
              <a:ext uri="{FF2B5EF4-FFF2-40B4-BE49-F238E27FC236}">
                <a16:creationId xmlns:a16="http://schemas.microsoft.com/office/drawing/2014/main" id="{2F91267F-188F-43F5-99E7-7E56E5C36180}"/>
              </a:ext>
            </a:extLst>
          </p:cNvPr>
          <p:cNvSpPr>
            <a:spLocks xmlns:a="http://schemas.openxmlformats.org/drawingml/2006/main" noGrp="1"/>
          </p:cNvSpPr>
          <p:nvPr/>
        </p:nvSpPr>
        <p:spPr>
          <a:xfrm xmlns:a="http://schemas.openxmlformats.org/drawingml/2006/main">
            <a:off x="6305550" y="5219700"/>
            <a:ext cx="29622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0">
                <a:solidFill>
                  <a:srgbClr val="373130"/>
                </a:solidFill>
                <a:latin typeface="Public Sans"/>
                <a:ea typeface="Public Sans"/>
                <a:cs typeface="Public Sans"/>
              </a:defRPr>
            </a:pPr>
            <a:r>
              <a:rPr sz="1200" b="0">
                <a:solidFill>
                  <a:srgbClr val="373130"/>
                </a:solidFill>
                <a:latin typeface="Public Sans"/>
                <a:ea typeface="Public Sans"/>
                <a:cs typeface="Public Sans"/>
              </a:rPr>
              <a:t>Variable</a:t>
            </a:r>
          </a:p>
        </p:txBody>
      </p:sp>
      <p:sp>
        <p:nvSpPr>
          <p:cNvPr id="40" name="">
            <a:extLst xmlns:a="http://schemas.openxmlformats.org/drawingml/2006/main">
              <a:ext uri="{FF2B5EF4-FFF2-40B4-BE49-F238E27FC236}">
                <a16:creationId xmlns:a16="http://schemas.microsoft.com/office/drawing/2014/main" id="{7AD89503-D8A1-42B9-B0CB-D21879C1B21A}"/>
              </a:ext>
            </a:extLst>
          </p:cNvPr>
          <p:cNvSpPr>
            <a:spLocks xmlns:a="http://schemas.openxmlformats.org/drawingml/2006/main" noGrp="1"/>
          </p:cNvSpPr>
          <p:nvPr/>
        </p:nvSpPr>
        <p:spPr>
          <a:xfrm xmlns:a="http://schemas.openxmlformats.org/drawingml/2006/main">
            <a:off x="9382125" y="5095875"/>
            <a:ext cx="3095625" cy="561975"/>
          </a:xfrm>
          <a:prstGeom xmlns:a="http://schemas.openxmlformats.org/drawingml/2006/main" prst="rect">
            <a:avLst/>
          </a:prstGeom>
          <a:solidFill xmlns:a="http://schemas.openxmlformats.org/drawingml/2006/main">
            <a:srgbClr val="EEE9E1"/>
          </a:solidFill>
          <a:ln xmlns:a="http://schemas.openxmlformats.org/drawingml/2006/main" w="9525">
            <a:solidFill>
              <a:srgbClr val="C9C1B7"/>
            </a:solidFill>
            <a:prstDash val="solid"/>
          </a:ln>
        </p:spPr>
      </p:sp>
      <p:sp>
        <p:nvSpPr>
          <p:cNvPr id="41" name="">
            <a:extLst xmlns:a="http://schemas.openxmlformats.org/drawingml/2006/main">
              <a:ext uri="{FF2B5EF4-FFF2-40B4-BE49-F238E27FC236}">
                <a16:creationId xmlns:a16="http://schemas.microsoft.com/office/drawing/2014/main" id="{E7CF8FEE-4802-4CB3-A5FA-7EA4F7BB5E3F}"/>
              </a:ext>
            </a:extLst>
          </p:cNvPr>
          <p:cNvSpPr>
            <a:spLocks xmlns:a="http://schemas.openxmlformats.org/drawingml/2006/main" noGrp="1"/>
          </p:cNvSpPr>
          <p:nvPr/>
        </p:nvSpPr>
        <p:spPr>
          <a:xfrm xmlns:a="http://schemas.openxmlformats.org/drawingml/2006/main">
            <a:off x="9496425" y="5219700"/>
            <a:ext cx="286702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0">
                <a:solidFill>
                  <a:srgbClr val="373130"/>
                </a:solidFill>
                <a:latin typeface="Public Sans"/>
                <a:ea typeface="Public Sans"/>
                <a:cs typeface="Public Sans"/>
              </a:defRPr>
            </a:pPr>
            <a:r>
              <a:rPr sz="1200" b="0">
                <a:solidFill>
                  <a:srgbClr val="373130"/>
                </a:solidFill>
                <a:latin typeface="Public Sans"/>
                <a:ea typeface="Public Sans"/>
                <a:cs typeface="Public Sans"/>
              </a:rPr>
              <a:t>Opérationnelle</a:t>
            </a:r>
          </a:p>
        </p:txBody>
      </p:sp>
      <p:sp>
        <p:nvSpPr>
          <p:cNvPr id="42" name="">
            <a:extLst xmlns:a="http://schemas.openxmlformats.org/drawingml/2006/main">
              <a:ext uri="{FF2B5EF4-FFF2-40B4-BE49-F238E27FC236}">
                <a16:creationId xmlns:a16="http://schemas.microsoft.com/office/drawing/2014/main" id="{E9C36ACE-7AE5-419C-9D2E-D5AE973DBEA6}"/>
              </a:ext>
            </a:extLst>
          </p:cNvPr>
          <p:cNvSpPr>
            <a:spLocks xmlns:a="http://schemas.openxmlformats.org/drawingml/2006/main" noGrp="1"/>
          </p:cNvSpPr>
          <p:nvPr/>
        </p:nvSpPr>
        <p:spPr>
          <a:xfrm xmlns:a="http://schemas.openxmlformats.org/drawingml/2006/main">
            <a:off x="12477750" y="5095875"/>
            <a:ext cx="4524375" cy="561975"/>
          </a:xfrm>
          <a:prstGeom xmlns:a="http://schemas.openxmlformats.org/drawingml/2006/main" prst="rect">
            <a:avLst/>
          </a:prstGeom>
          <a:solidFill xmlns:a="http://schemas.openxmlformats.org/drawingml/2006/main">
            <a:srgbClr val="EEE9E1"/>
          </a:solidFill>
          <a:ln xmlns:a="http://schemas.openxmlformats.org/drawingml/2006/main" w="9525">
            <a:solidFill>
              <a:srgbClr val="C9C1B7"/>
            </a:solidFill>
            <a:prstDash val="solid"/>
          </a:ln>
        </p:spPr>
      </p:sp>
      <p:sp>
        <p:nvSpPr>
          <p:cNvPr id="43" name="">
            <a:extLst xmlns:a="http://schemas.openxmlformats.org/drawingml/2006/main">
              <a:ext uri="{FF2B5EF4-FFF2-40B4-BE49-F238E27FC236}">
                <a16:creationId xmlns:a16="http://schemas.microsoft.com/office/drawing/2014/main" id="{4A8EA38C-E996-4BF8-8066-54C8259DA55B}"/>
              </a:ext>
            </a:extLst>
          </p:cNvPr>
          <p:cNvSpPr>
            <a:spLocks xmlns:a="http://schemas.openxmlformats.org/drawingml/2006/main" noGrp="1"/>
          </p:cNvSpPr>
          <p:nvPr/>
        </p:nvSpPr>
        <p:spPr>
          <a:xfrm xmlns:a="http://schemas.openxmlformats.org/drawingml/2006/main">
            <a:off x="12592050" y="5219700"/>
            <a:ext cx="42957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Ciblée</a:t>
            </a:r>
          </a:p>
        </p:txBody>
      </p:sp>
      <p:sp>
        <p:nvSpPr>
          <p:cNvPr id="44" name="">
            <a:extLst xmlns:a="http://schemas.openxmlformats.org/drawingml/2006/main">
              <a:ext uri="{FF2B5EF4-FFF2-40B4-BE49-F238E27FC236}">
                <a16:creationId xmlns:a16="http://schemas.microsoft.com/office/drawing/2014/main" id="{7F6D9FD5-56FA-440D-898D-25741D5936FF}"/>
              </a:ext>
            </a:extLst>
          </p:cNvPr>
          <p:cNvSpPr>
            <a:spLocks xmlns:a="http://schemas.openxmlformats.org/drawingml/2006/main" noGrp="1"/>
          </p:cNvSpPr>
          <p:nvPr/>
        </p:nvSpPr>
        <p:spPr>
          <a:xfrm xmlns:a="http://schemas.openxmlformats.org/drawingml/2006/main">
            <a:off x="1028700" y="5657850"/>
            <a:ext cx="5162550"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45" name="">
            <a:extLst xmlns:a="http://schemas.openxmlformats.org/drawingml/2006/main">
              <a:ext uri="{FF2B5EF4-FFF2-40B4-BE49-F238E27FC236}">
                <a16:creationId xmlns:a16="http://schemas.microsoft.com/office/drawing/2014/main" id="{B63FF0F4-6E2C-49AD-9B25-26F0B364A79E}"/>
              </a:ext>
            </a:extLst>
          </p:cNvPr>
          <p:cNvSpPr>
            <a:spLocks xmlns:a="http://schemas.openxmlformats.org/drawingml/2006/main" noGrp="1"/>
          </p:cNvSpPr>
          <p:nvPr/>
        </p:nvSpPr>
        <p:spPr>
          <a:xfrm xmlns:a="http://schemas.openxmlformats.org/drawingml/2006/main">
            <a:off x="1143000" y="5781675"/>
            <a:ext cx="4933950"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Supervision</a:t>
            </a:r>
          </a:p>
        </p:txBody>
      </p:sp>
      <p:sp>
        <p:nvSpPr>
          <p:cNvPr id="46" name="">
            <a:extLst xmlns:a="http://schemas.openxmlformats.org/drawingml/2006/main">
              <a:ext uri="{FF2B5EF4-FFF2-40B4-BE49-F238E27FC236}">
                <a16:creationId xmlns:a16="http://schemas.microsoft.com/office/drawing/2014/main" id="{B7C1AE44-AFEB-491F-A465-CC0B6F534FE1}"/>
              </a:ext>
            </a:extLst>
          </p:cNvPr>
          <p:cNvSpPr>
            <a:spLocks xmlns:a="http://schemas.openxmlformats.org/drawingml/2006/main" noGrp="1"/>
          </p:cNvSpPr>
          <p:nvPr/>
        </p:nvSpPr>
        <p:spPr>
          <a:xfrm xmlns:a="http://schemas.openxmlformats.org/drawingml/2006/main">
            <a:off x="6191250" y="5657850"/>
            <a:ext cx="3190875"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47" name="">
            <a:extLst xmlns:a="http://schemas.openxmlformats.org/drawingml/2006/main">
              <a:ext uri="{FF2B5EF4-FFF2-40B4-BE49-F238E27FC236}">
                <a16:creationId xmlns:a16="http://schemas.microsoft.com/office/drawing/2014/main" id="{3E70A755-46F9-4E36-822B-6E33F7B8D6C3}"/>
              </a:ext>
            </a:extLst>
          </p:cNvPr>
          <p:cNvSpPr>
            <a:spLocks xmlns:a="http://schemas.openxmlformats.org/drawingml/2006/main" noGrp="1"/>
          </p:cNvSpPr>
          <p:nvPr/>
        </p:nvSpPr>
        <p:spPr>
          <a:xfrm xmlns:a="http://schemas.openxmlformats.org/drawingml/2006/main">
            <a:off x="6305550" y="5781675"/>
            <a:ext cx="29622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0">
                <a:solidFill>
                  <a:srgbClr val="373130"/>
                </a:solidFill>
                <a:latin typeface="Public Sans"/>
                <a:ea typeface="Public Sans"/>
                <a:cs typeface="Public Sans"/>
              </a:defRPr>
            </a:pPr>
            <a:r>
              <a:rPr sz="1200" b="0">
                <a:solidFill>
                  <a:srgbClr val="373130"/>
                </a:solidFill>
                <a:latin typeface="Public Sans"/>
                <a:ea typeface="Public Sans"/>
                <a:cs typeface="Public Sans"/>
              </a:rPr>
              <a:t>Générale</a:t>
            </a:r>
          </a:p>
        </p:txBody>
      </p:sp>
      <p:sp>
        <p:nvSpPr>
          <p:cNvPr id="48" name="">
            <a:extLst xmlns:a="http://schemas.openxmlformats.org/drawingml/2006/main">
              <a:ext uri="{FF2B5EF4-FFF2-40B4-BE49-F238E27FC236}">
                <a16:creationId xmlns:a16="http://schemas.microsoft.com/office/drawing/2014/main" id="{06BB88CD-E3C8-4D73-A5FA-5BFA3585ABE1}"/>
              </a:ext>
            </a:extLst>
          </p:cNvPr>
          <p:cNvSpPr>
            <a:spLocks xmlns:a="http://schemas.openxmlformats.org/drawingml/2006/main" noGrp="1"/>
          </p:cNvSpPr>
          <p:nvPr/>
        </p:nvSpPr>
        <p:spPr>
          <a:xfrm xmlns:a="http://schemas.openxmlformats.org/drawingml/2006/main">
            <a:off x="9382125" y="5657850"/>
            <a:ext cx="3095625"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49" name="">
            <a:extLst xmlns:a="http://schemas.openxmlformats.org/drawingml/2006/main">
              <a:ext uri="{FF2B5EF4-FFF2-40B4-BE49-F238E27FC236}">
                <a16:creationId xmlns:a16="http://schemas.microsoft.com/office/drawing/2014/main" id="{DBFF15C5-64F7-4451-A934-72B4CC942F1A}"/>
              </a:ext>
            </a:extLst>
          </p:cNvPr>
          <p:cNvSpPr>
            <a:spLocks xmlns:a="http://schemas.openxmlformats.org/drawingml/2006/main" noGrp="1"/>
          </p:cNvSpPr>
          <p:nvPr/>
        </p:nvSpPr>
        <p:spPr>
          <a:xfrm xmlns:a="http://schemas.openxmlformats.org/drawingml/2006/main">
            <a:off x="9496425" y="5781675"/>
            <a:ext cx="286702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0">
                <a:solidFill>
                  <a:srgbClr val="373130"/>
                </a:solidFill>
                <a:latin typeface="Public Sans"/>
                <a:ea typeface="Public Sans"/>
                <a:cs typeface="Public Sans"/>
              </a:defRPr>
            </a:pPr>
            <a:r>
              <a:rPr sz="1200" b="0">
                <a:solidFill>
                  <a:srgbClr val="373130"/>
                </a:solidFill>
                <a:latin typeface="Public Sans"/>
                <a:ea typeface="Public Sans"/>
                <a:cs typeface="Public Sans"/>
              </a:rPr>
              <a:t>Technique</a:t>
            </a:r>
          </a:p>
        </p:txBody>
      </p:sp>
      <p:sp>
        <p:nvSpPr>
          <p:cNvPr id="50" name="">
            <a:extLst xmlns:a="http://schemas.openxmlformats.org/drawingml/2006/main">
              <a:ext uri="{FF2B5EF4-FFF2-40B4-BE49-F238E27FC236}">
                <a16:creationId xmlns:a16="http://schemas.microsoft.com/office/drawing/2014/main" id="{362D48ED-A15A-4A24-BC3B-81D7BA4BD2A7}"/>
              </a:ext>
            </a:extLst>
          </p:cNvPr>
          <p:cNvSpPr>
            <a:spLocks xmlns:a="http://schemas.openxmlformats.org/drawingml/2006/main" noGrp="1"/>
          </p:cNvSpPr>
          <p:nvPr/>
        </p:nvSpPr>
        <p:spPr>
          <a:xfrm xmlns:a="http://schemas.openxmlformats.org/drawingml/2006/main">
            <a:off x="12477750" y="5657850"/>
            <a:ext cx="4524375" cy="561975"/>
          </a:xfrm>
          <a:prstGeom xmlns:a="http://schemas.openxmlformats.org/drawingml/2006/main" prst="rect">
            <a:avLst/>
          </a:prstGeom>
          <a:solidFill xmlns:a="http://schemas.openxmlformats.org/drawingml/2006/main">
            <a:srgbClr val="E7E2D9"/>
          </a:solidFill>
          <a:ln xmlns:a="http://schemas.openxmlformats.org/drawingml/2006/main" w="9525">
            <a:solidFill>
              <a:srgbClr val="C9C1B7"/>
            </a:solidFill>
            <a:prstDash val="solid"/>
          </a:ln>
        </p:spPr>
      </p:sp>
      <p:sp>
        <p:nvSpPr>
          <p:cNvPr id="51" name="">
            <a:extLst xmlns:a="http://schemas.openxmlformats.org/drawingml/2006/main">
              <a:ext uri="{FF2B5EF4-FFF2-40B4-BE49-F238E27FC236}">
                <a16:creationId xmlns:a16="http://schemas.microsoft.com/office/drawing/2014/main" id="{72DCDA6A-E017-4627-AB85-E0F85A424C7A}"/>
              </a:ext>
            </a:extLst>
          </p:cNvPr>
          <p:cNvSpPr>
            <a:spLocks xmlns:a="http://schemas.openxmlformats.org/drawingml/2006/main" noGrp="1"/>
          </p:cNvSpPr>
          <p:nvPr/>
        </p:nvSpPr>
        <p:spPr>
          <a:xfrm xmlns:a="http://schemas.openxmlformats.org/drawingml/2006/main">
            <a:off x="12592050" y="5781675"/>
            <a:ext cx="4295775" cy="3143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Par profil</a:t>
            </a:r>
          </a:p>
        </p:txBody>
      </p:sp>
    </p:spTree>
    <p:extLst>
      <p:ext uri="{BB962C8B-B14F-4D97-AF65-F5344CB8AC3E}">
        <p14:creationId xmlns:p14="http://schemas.microsoft.com/office/powerpoint/2010/main" val="478955386"/>
      </p:ext>
    </p:extLst>
  </p:cSld>
</p:sld>
</file>

<file path=ppt/slides/slide8.xml><?xml version="1.0" encoding="utf-8"?>
<p:sld xmlns:p="http://schemas.openxmlformats.org/presentationml/2006/main">
  <p:cSld>
    <p:bg>
      <p:bgPr>
        <a:solidFill xmlns:a="http://schemas.openxmlformats.org/drawingml/2006/main">
          <a:srgbClr val="373132"/>
        </a:soli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567FFB40-B468-4C31-AB56-BB53F3A03BC5}"/>
              </a:ext>
            </a:extLst>
          </p:cNvPr>
          <p:cNvSpPr>
            <a:spLocks xmlns:a="http://schemas.openxmlformats.org/drawingml/2006/main" noGrp="1"/>
          </p:cNvSpPr>
          <p:nvPr/>
        </p:nvSpPr>
        <p:spPr>
          <a:xfrm xmlns:a="http://schemas.openxmlformats.org/drawingml/2006/main" rot="0">
            <a:off x="6965727" y="4908750"/>
            <a:ext cx="3820847" cy="2488326"/>
          </a:xfrm>
          <a:custGeom xmlns:a="http://schemas.openxmlformats.org/drawingml/2006/main">
            <a:rect l="l" t="t" r="r" b="b"/>
            <a:pathLst>
              <a:path w="3820847" h="2488326">
                <a:moveTo>
                  <a:pt x="0" y="0"/>
                </a:moveTo>
                <a:lnTo>
                  <a:pt x="3820846" y="0"/>
                </a:lnTo>
                <a:lnTo>
                  <a:pt x="3820846" y="2488326"/>
                </a:lnTo>
                <a:lnTo>
                  <a:pt x="0" y="2488326"/>
                </a:lnTo>
                <a:lnTo>
                  <a:pt x="0" y="0"/>
                </a:lnTo>
                <a:close/>
              </a:path>
            </a:pathLst>
          </a:custGeom>
          <a:blipFill xmlns:a="http://schemas.openxmlformats.org/drawingml/2006/main">
            <a:blip xmlns:r="http://schemas.openxmlformats.org/officeDocument/2006/relationships" r:embed="R8223e636c10f4391">
              <a:extLst>
                <a:ext uri="{96DAC541-7B7A-43D3-8B79-37D633B846F1}">
                  <asvg:svgBlip xmlns:asvg="http://schemas.microsoft.com/office/drawing/2016/SVG/main" r:embed="R7e7fa40fe78943ea"/>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5D1CB167-0B11-42E2-8E79-2C3B9D494B40}"/>
              </a:ext>
            </a:extLst>
          </p:cNvPr>
          <p:cNvSpPr>
            <a:spLocks xmlns:a="http://schemas.openxmlformats.org/drawingml/2006/main" noGrp="1"/>
          </p:cNvSpPr>
          <p:nvPr/>
        </p:nvSpPr>
        <p:spPr>
          <a:xfrm xmlns:a="http://schemas.openxmlformats.org/drawingml/2006/main" rot="-1558647">
            <a:off x="10810596" y="5121920"/>
            <a:ext cx="2115996" cy="597769"/>
          </a:xfrm>
          <a:custGeom xmlns:a="http://schemas.openxmlformats.org/drawingml/2006/main">
            <a:rect l="l" t="t" r="r" b="b"/>
            <a:pathLst>
              <a:path w="2115996" h="597769">
                <a:moveTo>
                  <a:pt x="0" y="0"/>
                </a:moveTo>
                <a:lnTo>
                  <a:pt x="2115997" y="0"/>
                </a:lnTo>
                <a:lnTo>
                  <a:pt x="2115997" y="597769"/>
                </a:lnTo>
                <a:lnTo>
                  <a:pt x="0" y="597769"/>
                </a:lnTo>
                <a:lnTo>
                  <a:pt x="0" y="0"/>
                </a:lnTo>
                <a:close/>
              </a:path>
            </a:pathLst>
          </a:custGeom>
          <a:blipFill xmlns:a="http://schemas.openxmlformats.org/drawingml/2006/main">
            <a:blip xmlns:r="http://schemas.openxmlformats.org/officeDocument/2006/relationships" r:embed="Ref6a3e86f4a74f91">
              <a:extLst>
                <a:ext uri="{96DAC541-7B7A-43D3-8B79-37D633B846F1}">
                  <asvg:svgBlip xmlns:asvg="http://schemas.microsoft.com/office/drawing/2016/SVG/main" r:embed="R18f926ef13734bc4"/>
                </a:ext>
              </a:extLst>
            </a:blip>
            <a:stretch>
              <a:fillRect l="0" t="0" r="0" b="0"/>
            </a:stretch>
          </a:blipFill>
        </p:spPr>
      </p:sp>
      <p:sp>
        <p:nvSpPr>
          <p:cNvPr id="4" name="TextBox 4">
            <a:extLst xmlns:a="http://schemas.openxmlformats.org/drawingml/2006/main">
              <a:ext uri="{FF2B5EF4-FFF2-40B4-BE49-F238E27FC236}">
                <a16:creationId xmlns:a16="http://schemas.microsoft.com/office/drawing/2014/main" id="{0E3A1A42-E0DD-4C18-9C29-B999BA5200A3}"/>
              </a:ext>
            </a:extLst>
          </p:cNvPr>
          <p:cNvSpPr>
            <a:spLocks xmlns:a="http://schemas.openxmlformats.org/drawingml/2006/main" noGrp="1"/>
          </p:cNvSpPr>
          <p:nvPr/>
        </p:nvSpPr>
        <p:spPr>
          <a:xfrm xmlns:a="http://schemas.openxmlformats.org/drawingml/2006/main" rot="0">
            <a:off x="269323" y="316057"/>
            <a:ext cx="15344392" cy="126758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539256" indent="-769628" algn="l">
              <a:lnSpc>
                <a:spcPts val="9981"/>
              </a:lnSpc>
              <a:spcBef>
                <a:spcPts val="0"/>
              </a:spcBef>
              <a:buAutoNum type="arabicPeriod" startAt="1"/>
            </a:pPr>
            <a:r>
              <a:rPr sz="7129" b="1" i="1">
                <a:solidFill>
                  <a:srgbClr val="E4E1D8"/>
                </a:solidFill>
                <a:latin typeface="Playfair Display Bold Italics"/>
                <a:ea typeface="Playfair Display Bold Italics"/>
                <a:cs typeface="Playfair Display Bold Italics"/>
              </a:rPr>
              <a:t>MÉTHODOLOGIE</a:t>
            </a:r>
          </a:p>
        </p:txBody>
      </p:sp>
      <p:sp>
        <p:nvSpPr>
          <p:cNvPr id="5" name="TextBox 5">
            <a:extLst xmlns:a="http://schemas.openxmlformats.org/drawingml/2006/main">
              <a:ext uri="{FF2B5EF4-FFF2-40B4-BE49-F238E27FC236}">
                <a16:creationId xmlns:a16="http://schemas.microsoft.com/office/drawing/2014/main" id="{5C02DBEE-DA2B-42AB-9AB7-F647EA2EDE85}"/>
              </a:ext>
            </a:extLst>
          </p:cNvPr>
          <p:cNvSpPr>
            <a:spLocks xmlns:a="http://schemas.openxmlformats.org/drawingml/2006/main" noGrp="1"/>
          </p:cNvSpPr>
          <p:nvPr/>
        </p:nvSpPr>
        <p:spPr>
          <a:xfrm xmlns:a="http://schemas.openxmlformats.org/drawingml/2006/main" rot="0">
            <a:off x="1326789" y="1544668"/>
            <a:ext cx="15932511" cy="195854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1737"/>
              </a:lnSpc>
              <a:buNone/>
            </a:pPr>
            <a:r>
              <a:rPr sz="1639">
                <a:solidFill>
                  <a:srgbClr val="E4E1D8"/>
                </a:solidFill>
                <a:latin typeface="Public Sans"/>
                <a:ea typeface="Public Sans"/>
                <a:cs typeface="Public Sans"/>
              </a:rPr>
              <a:t>Approche appliquée qualitative : analyse documentaire, observation du flux de support et recueil des besoins auprès des acteurs clés (administrateur, SD, manager, IT/PKI et client).</a:t>
            </a:r>
          </a:p>
        </p:txBody>
      </p:sp>
      <p:sp>
        <p:nvSpPr>
          <p:cNvPr id="6" name="TextBox 6">
            <a:extLst xmlns:a="http://schemas.openxmlformats.org/drawingml/2006/main">
              <a:ext uri="{FF2B5EF4-FFF2-40B4-BE49-F238E27FC236}">
                <a16:creationId xmlns:a16="http://schemas.microsoft.com/office/drawing/2014/main" id="{0C847D35-99BF-4321-BCC4-02F7D077EB57}"/>
              </a:ext>
            </a:extLst>
          </p:cNvPr>
          <p:cNvSpPr>
            <a:spLocks xmlns:a="http://schemas.openxmlformats.org/drawingml/2006/main" noGrp="1"/>
          </p:cNvSpPr>
          <p:nvPr/>
        </p:nvSpPr>
        <p:spPr>
          <a:xfrm xmlns:a="http://schemas.openxmlformats.org/drawingml/2006/main" rot="0">
            <a:off x="7253421" y="5801275"/>
            <a:ext cx="3245459" cy="75090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969"/>
              </a:lnSpc>
              <a:buNone/>
            </a:pPr>
            <a:r>
              <a:rPr sz="2801" b="1">
                <a:solidFill>
                  <a:srgbClr val="E4E1D8"/>
                </a:solidFill>
                <a:latin typeface="Playfair Display Bold"/>
                <a:ea typeface="Playfair Display Bold"/>
                <a:cs typeface="Playfair Display Bold"/>
              </a:rPr>
              <a:t>MÉTHODOLOGIE</a:t>
            </a:r>
          </a:p>
        </p:txBody>
      </p:sp>
      <p:sp>
        <p:nvSpPr>
          <p:cNvPr id="7" name="TextBox 7">
            <a:extLst xmlns:a="http://schemas.openxmlformats.org/drawingml/2006/main">
              <a:ext uri="{FF2B5EF4-FFF2-40B4-BE49-F238E27FC236}">
                <a16:creationId xmlns:a16="http://schemas.microsoft.com/office/drawing/2014/main" id="{482C9B6A-2380-4A79-BB4A-4DC2995BBABA}"/>
              </a:ext>
            </a:extLst>
          </p:cNvPr>
          <p:cNvSpPr>
            <a:spLocks xmlns:a="http://schemas.openxmlformats.org/drawingml/2006/main" noGrp="1"/>
          </p:cNvSpPr>
          <p:nvPr/>
        </p:nvSpPr>
        <p:spPr>
          <a:xfrm xmlns:a="http://schemas.openxmlformats.org/drawingml/2006/main" rot="0">
            <a:off x="12950616" y="4157848"/>
            <a:ext cx="3245459" cy="7541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969"/>
              </a:lnSpc>
              <a:buNone/>
            </a:pPr>
            <a:r>
              <a:rPr sz="2801" b="1">
                <a:solidFill>
                  <a:srgbClr val="E4E1D8"/>
                </a:solidFill>
                <a:latin typeface="Playfair Display Bold"/>
                <a:ea typeface="Playfair Display Bold"/>
                <a:cs typeface="Playfair Display Bold"/>
              </a:rPr>
              <a:t>PROCESSUS DE</a:t>
            </a:r>
          </a:p>
          <a:p xmlns:a="http://schemas.openxmlformats.org/drawingml/2006/main">
            <a:pPr marL="0" indent="0" algn="ctr">
              <a:lnSpc>
                <a:spcPts val="2969"/>
              </a:lnSpc>
              <a:spcBef>
                <a:spcPts val="0"/>
              </a:spcBef>
              <a:buNone/>
            </a:pPr>
            <a:r>
              <a:rPr sz="2801" b="1">
                <a:solidFill>
                  <a:srgbClr val="E4E1D8"/>
                </a:solidFill>
                <a:latin typeface="Playfair Display Bold"/>
                <a:ea typeface="Playfair Display Bold"/>
                <a:cs typeface="Playfair Display Bold"/>
              </a:rPr>
              <a:t>DÉVELOPPEMENT</a:t>
            </a:r>
          </a:p>
        </p:txBody>
      </p:sp>
      <p:sp>
        <p:nvSpPr>
          <p:cNvPr id="8" name="Freeform 8">
            <a:extLst xmlns:a="http://schemas.openxmlformats.org/drawingml/2006/main">
              <a:ext uri="{FF2B5EF4-FFF2-40B4-BE49-F238E27FC236}">
                <a16:creationId xmlns:a16="http://schemas.microsoft.com/office/drawing/2014/main" id="{44AE5E1C-DB2D-4AE4-B1FC-27EA1CAEB0AB}"/>
              </a:ext>
            </a:extLst>
          </p:cNvPr>
          <p:cNvSpPr>
            <a:spLocks xmlns:a="http://schemas.openxmlformats.org/drawingml/2006/main" noGrp="1"/>
          </p:cNvSpPr>
          <p:nvPr/>
        </p:nvSpPr>
        <p:spPr>
          <a:xfrm xmlns:a="http://schemas.openxmlformats.org/drawingml/2006/main" rot="-1558647" flipH="1">
            <a:off x="6195422" y="8082541"/>
            <a:ext cx="2115996" cy="597769"/>
          </a:xfrm>
          <a:custGeom xmlns:a="http://schemas.openxmlformats.org/drawingml/2006/main">
            <a:rect l="l" t="t" r="r" b="b"/>
            <a:pathLst>
              <a:path w="2115996" h="597769">
                <a:moveTo>
                  <a:pt x="2115997" y="0"/>
                </a:moveTo>
                <a:lnTo>
                  <a:pt x="0" y="0"/>
                </a:lnTo>
                <a:lnTo>
                  <a:pt x="0" y="597769"/>
                </a:lnTo>
                <a:lnTo>
                  <a:pt x="2115997" y="597769"/>
                </a:lnTo>
                <a:lnTo>
                  <a:pt x="2115997" y="0"/>
                </a:lnTo>
                <a:close/>
              </a:path>
            </a:pathLst>
          </a:custGeom>
          <a:blipFill xmlns:a="http://schemas.openxmlformats.org/drawingml/2006/main">
            <a:blip xmlns:r="http://schemas.openxmlformats.org/officeDocument/2006/relationships" r:embed="Ref6a3e86f4a74f91">
              <a:extLst>
                <a:ext uri="{96DAC541-7B7A-43D3-8B79-37D633B846F1}">
                  <asvg:svgBlip xmlns:asvg="http://schemas.microsoft.com/office/drawing/2016/SVG/main" r:embed="R18f926ef13734bc4"/>
                </a:ext>
              </a:extLst>
            </a:blip>
            <a:stretch>
              <a:fillRect l="0" t="0" r="0" b="0"/>
            </a:stretch>
          </a:blipFill>
        </p:spPr>
      </p:sp>
      <p:sp>
        <p:nvSpPr>
          <p:cNvPr id="9" name="TextBox 9">
            <a:extLst xmlns:a="http://schemas.openxmlformats.org/drawingml/2006/main">
              <a:ext uri="{FF2B5EF4-FFF2-40B4-BE49-F238E27FC236}">
                <a16:creationId xmlns:a16="http://schemas.microsoft.com/office/drawing/2014/main" id="{723DFB0D-1552-4A41-A426-FB77D2E46B6E}"/>
              </a:ext>
            </a:extLst>
          </p:cNvPr>
          <p:cNvSpPr>
            <a:spLocks xmlns:a="http://schemas.openxmlformats.org/drawingml/2006/main" noGrp="1"/>
          </p:cNvSpPr>
          <p:nvPr/>
        </p:nvSpPr>
        <p:spPr>
          <a:xfrm xmlns:a="http://schemas.openxmlformats.org/drawingml/2006/main" rot="0">
            <a:off x="2867882" y="8650010"/>
            <a:ext cx="3245459" cy="7541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969"/>
              </a:lnSpc>
              <a:buNone/>
            </a:pPr>
            <a:r>
              <a:rPr sz="2801" b="1">
                <a:solidFill>
                  <a:srgbClr val="E4E1D8"/>
                </a:solidFill>
                <a:latin typeface="Playfair Display Bold"/>
                <a:ea typeface="Playfair Display Bold"/>
                <a:cs typeface="Playfair Display Bold"/>
              </a:rPr>
              <a:t>DIAGRAMME</a:t>
            </a:r>
          </a:p>
          <a:p xmlns:a="http://schemas.openxmlformats.org/drawingml/2006/main">
            <a:pPr marL="0" indent="0" algn="ctr">
              <a:lnSpc>
                <a:spcPts val="2969"/>
              </a:lnSpc>
              <a:spcBef>
                <a:spcPts val="0"/>
              </a:spcBef>
              <a:buNone/>
            </a:pPr>
            <a:r>
              <a:rPr sz="2801" b="1">
                <a:solidFill>
                  <a:srgbClr val="E4E1D8"/>
                </a:solidFill>
                <a:latin typeface="Playfair Display Bold"/>
                <a:ea typeface="Playfair Display Bold"/>
                <a:cs typeface="Playfair Display Bold"/>
              </a:rPr>
              <a:t>DE SÉQUENCE</a:t>
            </a:r>
          </a:p>
        </p:txBody>
      </p:sp>
      <p:sp>
        <p:nvSpPr>
          <p:cNvPr id="10" name="Freeform 10">
            <a:extLst xmlns:a="http://schemas.openxmlformats.org/drawingml/2006/main">
              <a:ext uri="{FF2B5EF4-FFF2-40B4-BE49-F238E27FC236}">
                <a16:creationId xmlns:a16="http://schemas.microsoft.com/office/drawing/2014/main" id="{61BD0D91-6255-4983-8F3D-7A20C137FAD0}"/>
              </a:ext>
            </a:extLst>
          </p:cNvPr>
          <p:cNvSpPr>
            <a:spLocks xmlns:a="http://schemas.openxmlformats.org/drawingml/2006/main" noGrp="1"/>
          </p:cNvSpPr>
          <p:nvPr/>
        </p:nvSpPr>
        <p:spPr>
          <a:xfrm xmlns:a="http://schemas.openxmlformats.org/drawingml/2006/main" rot="1477911" flipV="1">
            <a:off x="9728575" y="7590854"/>
            <a:ext cx="2115996" cy="597769"/>
          </a:xfrm>
          <a:custGeom xmlns:a="http://schemas.openxmlformats.org/drawingml/2006/main">
            <a:rect l="l" t="t" r="r" b="b"/>
            <a:pathLst>
              <a:path w="2115996" h="597769">
                <a:moveTo>
                  <a:pt x="0" y="597769"/>
                </a:moveTo>
                <a:lnTo>
                  <a:pt x="2115996" y="597769"/>
                </a:lnTo>
                <a:lnTo>
                  <a:pt x="2115996" y="0"/>
                </a:lnTo>
                <a:lnTo>
                  <a:pt x="0" y="0"/>
                </a:lnTo>
                <a:lnTo>
                  <a:pt x="0" y="597769"/>
                </a:lnTo>
                <a:close/>
              </a:path>
            </a:pathLst>
          </a:custGeom>
          <a:blipFill xmlns:a="http://schemas.openxmlformats.org/drawingml/2006/main">
            <a:blip xmlns:r="http://schemas.openxmlformats.org/officeDocument/2006/relationships" r:embed="Ref6a3e86f4a74f91">
              <a:extLst>
                <a:ext uri="{96DAC541-7B7A-43D3-8B79-37D633B846F1}">
                  <asvg:svgBlip xmlns:asvg="http://schemas.microsoft.com/office/drawing/2016/SVG/main" r:embed="R18f926ef13734bc4"/>
                </a:ext>
              </a:extLst>
            </a:blip>
            <a:stretch>
              <a:fillRect l="0" t="0" r="0" b="0"/>
            </a:stretch>
          </a:blipFill>
        </p:spPr>
      </p:sp>
      <p:sp>
        <p:nvSpPr>
          <p:cNvPr id="11" name="TextBox 11">
            <a:extLst xmlns:a="http://schemas.openxmlformats.org/drawingml/2006/main">
              <a:ext uri="{FF2B5EF4-FFF2-40B4-BE49-F238E27FC236}">
                <a16:creationId xmlns:a16="http://schemas.microsoft.com/office/drawing/2014/main" id="{23019FFD-5526-4A83-A767-8EE2AEBD3A96}"/>
              </a:ext>
            </a:extLst>
          </p:cNvPr>
          <p:cNvSpPr>
            <a:spLocks xmlns:a="http://schemas.openxmlformats.org/drawingml/2006/main" noGrp="1"/>
          </p:cNvSpPr>
          <p:nvPr/>
        </p:nvSpPr>
        <p:spPr>
          <a:xfrm xmlns:a="http://schemas.openxmlformats.org/drawingml/2006/main" rot="0">
            <a:off x="11327887" y="8761896"/>
            <a:ext cx="3245459" cy="7541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969"/>
              </a:lnSpc>
              <a:buNone/>
            </a:pPr>
            <a:r>
              <a:rPr sz="2801" b="1">
                <a:solidFill>
                  <a:srgbClr val="E4E1D8"/>
                </a:solidFill>
                <a:latin typeface="Playfair Display Bold"/>
                <a:ea typeface="Playfair Display Bold"/>
                <a:cs typeface="Playfair Display Bold"/>
              </a:rPr>
              <a:t>DIAGRAMME</a:t>
            </a:r>
          </a:p>
          <a:p xmlns:a="http://schemas.openxmlformats.org/drawingml/2006/main">
            <a:pPr marL="0" indent="0" algn="ctr">
              <a:lnSpc>
                <a:spcPts val="2969"/>
              </a:lnSpc>
              <a:spcBef>
                <a:spcPts val="0"/>
              </a:spcBef>
              <a:buNone/>
            </a:pPr>
            <a:r>
              <a:rPr sz="2801" b="1">
                <a:solidFill>
                  <a:srgbClr val="E4E1D8"/>
                </a:solidFill>
                <a:latin typeface="Playfair Display Bold"/>
                <a:ea typeface="Playfair Display Bold"/>
                <a:cs typeface="Playfair Display Bold"/>
              </a:rPr>
              <a:t>DE CLASSES</a:t>
            </a:r>
          </a:p>
        </p:txBody>
      </p:sp>
      <p:sp>
        <p:nvSpPr>
          <p:cNvPr id="12" name="Freeform 12">
            <a:extLst xmlns:a="http://schemas.openxmlformats.org/drawingml/2006/main">
              <a:ext uri="{FF2B5EF4-FFF2-40B4-BE49-F238E27FC236}">
                <a16:creationId xmlns:a16="http://schemas.microsoft.com/office/drawing/2014/main" id="{40E41B43-8656-4104-BAC8-02DFA87EACAF}"/>
              </a:ext>
            </a:extLst>
          </p:cNvPr>
          <p:cNvSpPr>
            <a:spLocks xmlns:a="http://schemas.openxmlformats.org/drawingml/2006/main" noGrp="1"/>
          </p:cNvSpPr>
          <p:nvPr/>
        </p:nvSpPr>
        <p:spPr>
          <a:xfrm xmlns:a="http://schemas.openxmlformats.org/drawingml/2006/main" rot="1265256" flipH="1">
            <a:off x="4813046" y="6513560"/>
            <a:ext cx="2115996" cy="597769"/>
          </a:xfrm>
          <a:custGeom xmlns:a="http://schemas.openxmlformats.org/drawingml/2006/main">
            <a:rect l="l" t="t" r="r" b="b"/>
            <a:pathLst>
              <a:path w="2115996" h="597769">
                <a:moveTo>
                  <a:pt x="2115996" y="0"/>
                </a:moveTo>
                <a:lnTo>
                  <a:pt x="0" y="0"/>
                </a:lnTo>
                <a:lnTo>
                  <a:pt x="0" y="597769"/>
                </a:lnTo>
                <a:lnTo>
                  <a:pt x="2115996" y="597769"/>
                </a:lnTo>
                <a:lnTo>
                  <a:pt x="2115996" y="0"/>
                </a:lnTo>
                <a:close/>
              </a:path>
            </a:pathLst>
          </a:custGeom>
          <a:blipFill xmlns:a="http://schemas.openxmlformats.org/drawingml/2006/main">
            <a:blip xmlns:r="http://schemas.openxmlformats.org/officeDocument/2006/relationships" r:embed="Ref6a3e86f4a74f91">
              <a:extLst>
                <a:ext uri="{96DAC541-7B7A-43D3-8B79-37D633B846F1}">
                  <asvg:svgBlip xmlns:asvg="http://schemas.microsoft.com/office/drawing/2016/SVG/main" r:embed="R18f926ef13734bc4"/>
                </a:ext>
              </a:extLst>
            </a:blip>
            <a:stretch>
              <a:fillRect l="0" t="0" r="0" b="0"/>
            </a:stretch>
          </a:blipFill>
        </p:spPr>
      </p:sp>
      <p:sp>
        <p:nvSpPr>
          <p:cNvPr id="13" name="TextBox 13">
            <a:extLst xmlns:a="http://schemas.openxmlformats.org/drawingml/2006/main">
              <a:ext uri="{FF2B5EF4-FFF2-40B4-BE49-F238E27FC236}">
                <a16:creationId xmlns:a16="http://schemas.microsoft.com/office/drawing/2014/main" id="{2BC10073-7F55-47EE-A458-C7A21234938C}"/>
              </a:ext>
            </a:extLst>
          </p:cNvPr>
          <p:cNvSpPr>
            <a:spLocks xmlns:a="http://schemas.openxmlformats.org/drawingml/2006/main" noGrp="1"/>
          </p:cNvSpPr>
          <p:nvPr/>
        </p:nvSpPr>
        <p:spPr>
          <a:xfrm xmlns:a="http://schemas.openxmlformats.org/drawingml/2006/main" rot="0">
            <a:off x="1532847" y="5600683"/>
            <a:ext cx="3245459" cy="7541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2969"/>
              </a:lnSpc>
              <a:buNone/>
            </a:pPr>
            <a:r>
              <a:rPr sz="2801" b="1">
                <a:solidFill>
                  <a:srgbClr val="E4E1D8"/>
                </a:solidFill>
                <a:latin typeface="Playfair Display Bold"/>
                <a:ea typeface="Playfair Display Bold"/>
                <a:cs typeface="Playfair Display Bold"/>
              </a:rPr>
              <a:t>CAS</a:t>
            </a:r>
          </a:p>
          <a:p xmlns:a="http://schemas.openxmlformats.org/drawingml/2006/main">
            <a:pPr marL="0" indent="0" algn="ctr">
              <a:lnSpc>
                <a:spcPts val="2969"/>
              </a:lnSpc>
              <a:spcBef>
                <a:spcPts val="0"/>
              </a:spcBef>
              <a:buNone/>
            </a:pPr>
            <a:r>
              <a:rPr sz="2801" b="1">
                <a:solidFill>
                  <a:srgbClr val="E4E1D8"/>
                </a:solidFill>
                <a:latin typeface="Playfair Display Bold"/>
                <a:ea typeface="Playfair Display Bold"/>
                <a:cs typeface="Playfair Display Bold"/>
              </a:rPr>
              <a:t>D'UTILISATION</a:t>
            </a:r>
          </a:p>
        </p:txBody>
      </p:sp>
      <p:sp>
        <p:nvSpPr>
          <p:cNvPr id="14" name="Freeform 14">
            <a:extLst xmlns:a="http://schemas.openxmlformats.org/drawingml/2006/main">
              <a:ext uri="{FF2B5EF4-FFF2-40B4-BE49-F238E27FC236}">
                <a16:creationId xmlns:a16="http://schemas.microsoft.com/office/drawing/2014/main" id="{D1F748EE-2381-4EB0-9E2B-D7B4E3506471}"/>
              </a:ext>
            </a:extLst>
          </p:cNvPr>
          <p:cNvSpPr>
            <a:spLocks xmlns:a="http://schemas.openxmlformats.org/drawingml/2006/main" noGrp="1"/>
          </p:cNvSpPr>
          <p:nvPr/>
        </p:nvSpPr>
        <p:spPr>
          <a:xfrm xmlns:a="http://schemas.openxmlformats.org/drawingml/2006/main" rot="6682821" flipH="1">
            <a:off x="6195422" y="4023303"/>
            <a:ext cx="2115996" cy="597769"/>
          </a:xfrm>
          <a:custGeom xmlns:a="http://schemas.openxmlformats.org/drawingml/2006/main">
            <a:rect l="l" t="t" r="r" b="b"/>
            <a:pathLst>
              <a:path w="2115996" h="597769">
                <a:moveTo>
                  <a:pt x="2115997" y="0"/>
                </a:moveTo>
                <a:lnTo>
                  <a:pt x="0" y="0"/>
                </a:lnTo>
                <a:lnTo>
                  <a:pt x="0" y="597769"/>
                </a:lnTo>
                <a:lnTo>
                  <a:pt x="2115997" y="597769"/>
                </a:lnTo>
                <a:lnTo>
                  <a:pt x="2115997" y="0"/>
                </a:lnTo>
                <a:close/>
              </a:path>
            </a:pathLst>
          </a:custGeom>
          <a:blipFill xmlns:a="http://schemas.openxmlformats.org/drawingml/2006/main">
            <a:blip xmlns:r="http://schemas.openxmlformats.org/officeDocument/2006/relationships" r:embed="Ref6a3e86f4a74f91">
              <a:extLst>
                <a:ext uri="{96DAC541-7B7A-43D3-8B79-37D633B846F1}">
                  <asvg:svgBlip xmlns:asvg="http://schemas.microsoft.com/office/drawing/2016/SVG/main" r:embed="R18f926ef13734bc4"/>
                </a:ext>
              </a:extLst>
            </a:blip>
            <a:stretch>
              <a:fillRect l="0" t="0" r="0" b="0"/>
            </a:stretch>
          </a:blipFill>
        </p:spPr>
      </p:sp>
      <p:sp>
        <p:nvSpPr>
          <p:cNvPr id="15" name="">
            <a:extLst xmlns:a="http://schemas.openxmlformats.org/drawingml/2006/main">
              <a:ext uri="{FF2B5EF4-FFF2-40B4-BE49-F238E27FC236}">
                <a16:creationId xmlns:a16="http://schemas.microsoft.com/office/drawing/2014/main" id="{F9F91CC0-7770-4126-9FAA-8B21E1568899}"/>
              </a:ext>
            </a:extLst>
          </p:cNvPr>
          <p:cNvSpPr>
            <a:spLocks xmlns:a="http://schemas.openxmlformats.org/drawingml/2006/main" noGrp="1"/>
          </p:cNvSpPr>
          <p:nvPr/>
        </p:nvSpPr>
        <p:spPr>
          <a:xfrm xmlns:a="http://schemas.openxmlformats.org/drawingml/2006/main">
            <a:off x="8362950" y="3733800"/>
            <a:ext cx="19050" cy="1190625"/>
          </a:xfrm>
          <a:prstGeom xmlns:a="http://schemas.openxmlformats.org/drawingml/2006/main" prst="rect">
            <a:avLst/>
          </a:prstGeom>
          <a:solidFill xmlns:a="http://schemas.openxmlformats.org/drawingml/2006/main">
            <a:srgbClr val="F4F0E9"/>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9EB4719A-7FBF-4661-B9D3-D32DC30F3BD1}"/>
              </a:ext>
            </a:extLst>
          </p:cNvPr>
          <p:cNvSpPr>
            <a:spLocks xmlns:a="http://schemas.openxmlformats.org/drawingml/2006/main" noGrp="1"/>
          </p:cNvSpPr>
          <p:nvPr/>
        </p:nvSpPr>
        <p:spPr>
          <a:xfrm xmlns:a="http://schemas.openxmlformats.org/drawingml/2006/main">
            <a:off x="7105650" y="3209925"/>
            <a:ext cx="2667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75" b="1">
                <a:solidFill>
                  <a:srgbClr val="F4F0E9"/>
                </a:solidFill>
                <a:latin typeface="Public Sans"/>
                <a:ea typeface="Public Sans"/>
                <a:cs typeface="Public Sans"/>
              </a:defRPr>
            </a:pPr>
            <a:r>
              <a:rPr sz="1275" b="1">
                <a:solidFill>
                  <a:srgbClr val="F4F0E9"/>
                </a:solidFill>
                <a:latin typeface="Public Sans"/>
                <a:ea typeface="Public Sans"/>
                <a:cs typeface="Public Sans"/>
              </a:rPr>
              <a:t>TECHNOLOGIES</a:t>
            </a:r>
          </a:p>
          <a:p xmlns:a="http://schemas.openxmlformats.org/drawingml/2006/main">
            <a:pPr algn="ctr">
              <a:defRPr sz="1275" b="1">
                <a:solidFill>
                  <a:srgbClr val="F4F0E9"/>
                </a:solidFill>
                <a:latin typeface="Public Sans"/>
                <a:ea typeface="Public Sans"/>
                <a:cs typeface="Public Sans"/>
              </a:defRPr>
            </a:pPr>
            <a:r>
              <a:rPr sz="1275" b="1">
                <a:solidFill>
                  <a:srgbClr val="F4F0E9"/>
                </a:solidFill>
                <a:latin typeface="Public Sans"/>
                <a:ea typeface="Public Sans"/>
                <a:cs typeface="Public Sans"/>
              </a:rPr>
              <a:t>UTILISÉES</a:t>
            </a:r>
          </a:p>
        </p:txBody>
      </p:sp>
      <p:sp>
        <p:nvSpPr>
          <p:cNvPr id="17" name="">
            <a:extLst xmlns:a="http://schemas.openxmlformats.org/drawingml/2006/main">
              <a:ext uri="{FF2B5EF4-FFF2-40B4-BE49-F238E27FC236}">
                <a16:creationId xmlns:a16="http://schemas.microsoft.com/office/drawing/2014/main" id="{7998F96E-B08C-4F2C-84E7-51DE6E98F147}"/>
              </a:ext>
            </a:extLst>
          </p:cNvPr>
          <p:cNvSpPr>
            <a:spLocks xmlns:a="http://schemas.openxmlformats.org/drawingml/2006/main" noGrp="1"/>
          </p:cNvSpPr>
          <p:nvPr/>
        </p:nvSpPr>
        <p:spPr>
          <a:xfrm xmlns:a="http://schemas.openxmlformats.org/drawingml/2006/main">
            <a:off x="12096750" y="7867650"/>
            <a:ext cx="1714500" cy="19050"/>
          </a:xfrm>
          <a:prstGeom xmlns:a="http://schemas.openxmlformats.org/drawingml/2006/main" prst="rect">
            <a:avLst/>
          </a:prstGeom>
          <a:solidFill xmlns:a="http://schemas.openxmlformats.org/drawingml/2006/main">
            <a:srgbClr val="F4F0E9"/>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D0593A85-2986-46FC-80AC-3C2EBCD381EC}"/>
              </a:ext>
            </a:extLst>
          </p:cNvPr>
          <p:cNvSpPr>
            <a:spLocks xmlns:a="http://schemas.openxmlformats.org/drawingml/2006/main" noGrp="1"/>
          </p:cNvSpPr>
          <p:nvPr/>
        </p:nvSpPr>
        <p:spPr>
          <a:xfrm xmlns:a="http://schemas.openxmlformats.org/drawingml/2006/main">
            <a:off x="13525500" y="7572375"/>
            <a:ext cx="285750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1">
                <a:solidFill>
                  <a:srgbClr val="F4F0E9"/>
                </a:solidFill>
                <a:latin typeface="Public Sans"/>
                <a:ea typeface="Public Sans"/>
                <a:cs typeface="Public Sans"/>
              </a:defRPr>
            </a:pPr>
            <a:r>
              <a:rPr sz="1275" b="1">
                <a:solidFill>
                  <a:srgbClr val="F4F0E9"/>
                </a:solidFill>
                <a:latin typeface="Public Sans"/>
                <a:ea typeface="Public Sans"/>
                <a:cs typeface="Public Sans"/>
              </a:rPr>
              <a:t>SÉCURITÉ ET</a:t>
            </a:r>
          </a:p>
          <a:p xmlns:a="http://schemas.openxmlformats.org/drawingml/2006/main">
            <a:pPr algn="l">
              <a:defRPr sz="1275" b="1">
                <a:solidFill>
                  <a:srgbClr val="F4F0E9"/>
                </a:solidFill>
                <a:latin typeface="Public Sans"/>
                <a:ea typeface="Public Sans"/>
                <a:cs typeface="Public Sans"/>
              </a:defRPr>
            </a:pPr>
            <a:r>
              <a:rPr sz="1275" b="1">
                <a:solidFill>
                  <a:srgbClr val="F4F0E9"/>
                </a:solidFill>
                <a:latin typeface="Public Sans"/>
                <a:ea typeface="Public Sans"/>
                <a:cs typeface="Public Sans"/>
              </a:rPr>
              <a:t>GESTION DES RÔLES</a:t>
            </a:r>
          </a:p>
        </p:txBody>
      </p:sp>
      <p:sp>
        <p:nvSpPr>
          <p:cNvPr id="19" name="">
            <a:extLst xmlns:a="http://schemas.openxmlformats.org/drawingml/2006/main">
              <a:ext uri="{FF2B5EF4-FFF2-40B4-BE49-F238E27FC236}">
                <a16:creationId xmlns:a16="http://schemas.microsoft.com/office/drawing/2014/main" id="{4CE18778-CA1B-4183-9086-CD51463E3CA8}"/>
              </a:ext>
            </a:extLst>
          </p:cNvPr>
          <p:cNvSpPr>
            <a:spLocks xmlns:a="http://schemas.openxmlformats.org/drawingml/2006/main" noGrp="1"/>
          </p:cNvSpPr>
          <p:nvPr/>
        </p:nvSpPr>
        <p:spPr>
          <a:xfrm xmlns:a="http://schemas.openxmlformats.org/drawingml/2006/main">
            <a:off x="4495800" y="7953375"/>
            <a:ext cx="1762125" cy="19050"/>
          </a:xfrm>
          <a:prstGeom xmlns:a="http://schemas.openxmlformats.org/drawingml/2006/main" prst="rect">
            <a:avLst/>
          </a:prstGeom>
          <a:solidFill xmlns:a="http://schemas.openxmlformats.org/drawingml/2006/main">
            <a:srgbClr val="F4F0E9"/>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AE8AF1D9-FD77-4961-9852-73603A49C254}"/>
              </a:ext>
            </a:extLst>
          </p:cNvPr>
          <p:cNvSpPr>
            <a:spLocks xmlns:a="http://schemas.openxmlformats.org/drawingml/2006/main" noGrp="1"/>
          </p:cNvSpPr>
          <p:nvPr/>
        </p:nvSpPr>
        <p:spPr>
          <a:xfrm xmlns:a="http://schemas.openxmlformats.org/drawingml/2006/main">
            <a:off x="2143125" y="7658100"/>
            <a:ext cx="2286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1">
                <a:solidFill>
                  <a:srgbClr val="F4F0E9"/>
                </a:solidFill>
                <a:latin typeface="Public Sans"/>
                <a:ea typeface="Public Sans"/>
                <a:cs typeface="Public Sans"/>
              </a:defRPr>
            </a:pPr>
            <a:r>
              <a:rPr sz="1275" b="1">
                <a:solidFill>
                  <a:srgbClr val="F4F0E9"/>
                </a:solidFill>
                <a:latin typeface="Public Sans"/>
                <a:ea typeface="Public Sans"/>
                <a:cs typeface="Public Sans"/>
              </a:rPr>
              <a:t>RÉSULTATS</a:t>
            </a:r>
          </a:p>
          <a:p xmlns:a="http://schemas.openxmlformats.org/drawingml/2006/main">
            <a:pPr algn="l">
              <a:defRPr sz="1275" b="1">
                <a:solidFill>
                  <a:srgbClr val="F4F0E9"/>
                </a:solidFill>
                <a:latin typeface="Public Sans"/>
                <a:ea typeface="Public Sans"/>
                <a:cs typeface="Public Sans"/>
              </a:defRPr>
            </a:pPr>
            <a:r>
              <a:rPr sz="1275" b="1">
                <a:solidFill>
                  <a:srgbClr val="F4F0E9"/>
                </a:solidFill>
                <a:latin typeface="Public Sans"/>
                <a:ea typeface="Public Sans"/>
                <a:cs typeface="Public Sans"/>
              </a:rPr>
              <a:t>ATTENDUS</a:t>
            </a:r>
          </a:p>
        </p:txBody>
      </p:sp>
    </p:spTree>
    <p:extLst>
      <p:ext uri="{BB962C8B-B14F-4D97-AF65-F5344CB8AC3E}">
        <p14:creationId xmlns:p14="http://schemas.microsoft.com/office/powerpoint/2010/main" val="889207401"/>
      </p:ext>
    </p:extLst>
  </p:cSld>
</p:sld>
</file>

<file path=ppt/slides/slide9.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51B455B0-2FC9-4DF4-9AE9-CBAFF23BF46C}"/>
              </a:ext>
            </a:extLst>
          </p:cNvPr>
          <p:cNvSpPr>
            <a:spLocks xmlns:a="http://schemas.openxmlformats.org/drawingml/2006/main" noGrp="1"/>
          </p:cNvSpPr>
          <p:nvPr/>
        </p:nvSpPr>
        <p:spPr>
          <a:xfrm xmlns:a="http://schemas.openxmlformats.org/drawingml/2006/main" rot="0">
            <a:off x="1287288" y="1266825"/>
            <a:ext cx="11755373" cy="1164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8583"/>
              </a:lnSpc>
              <a:buAutoNum type="arabicPeriod" startAt="1"/>
            </a:pPr>
            <a:r>
              <a:rPr sz="9229" b="1" i="1">
                <a:solidFill>
                  <a:srgbClr val="373132"/>
                </a:solidFill>
                <a:latin typeface="Playfair Display Bold Italics"/>
                <a:ea typeface="Playfair Display Bold Italics"/>
                <a:cs typeface="Playfair Display Bold Italics"/>
              </a:rPr>
              <a:t>PROCESSUS</a:t>
            </a:r>
          </a:p>
        </p:txBody>
      </p:sp>
      <p:sp>
        <p:nvSpPr>
          <p:cNvPr id="3" name="TextBox 3">
            <a:extLst xmlns:a="http://schemas.openxmlformats.org/drawingml/2006/main">
              <a:ext uri="{FF2B5EF4-FFF2-40B4-BE49-F238E27FC236}">
                <a16:creationId xmlns:a16="http://schemas.microsoft.com/office/drawing/2014/main" id="{00D38BFC-3DFD-444A-B51D-C005BAB0476A}"/>
              </a:ext>
            </a:extLst>
          </p:cNvPr>
          <p:cNvSpPr>
            <a:spLocks xmlns:a="http://schemas.openxmlformats.org/drawingml/2006/main" noGrp="1"/>
          </p:cNvSpPr>
          <p:nvPr/>
        </p:nvSpPr>
        <p:spPr>
          <a:xfrm xmlns:a="http://schemas.openxmlformats.org/drawingml/2006/main" rot="0">
            <a:off x="8946614" y="6770822"/>
            <a:ext cx="8312686" cy="24874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Une démarche progressive réduit les incohérences : chaque étape valide les besoins avant l'étape suivante.</a:t>
            </a:r>
          </a:p>
        </p:txBody>
      </p:sp>
      <p:sp>
        <p:nvSpPr>
          <p:cNvPr id="4" name="">
            <a:extLst xmlns:a="http://schemas.openxmlformats.org/drawingml/2006/main">
              <a:ext uri="{FF2B5EF4-FFF2-40B4-BE49-F238E27FC236}">
                <a16:creationId xmlns:a16="http://schemas.microsoft.com/office/drawing/2014/main" id="{CA611486-C5BE-4282-A0E5-ECE760E0553F}"/>
              </a:ext>
            </a:extLst>
          </p:cNvPr>
          <p:cNvSpPr>
            <a:spLocks xmlns:a="http://schemas.openxmlformats.org/drawingml/2006/main" noGrp="1"/>
          </p:cNvSpPr>
          <p:nvPr/>
        </p:nvSpPr>
        <p:spPr>
          <a:xfrm xmlns:a="http://schemas.openxmlformats.org/drawingml/2006/main">
            <a:off x="1066800" y="3905250"/>
            <a:ext cx="1952625" cy="1066800"/>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5" name="">
            <a:extLst xmlns:a="http://schemas.openxmlformats.org/drawingml/2006/main">
              <a:ext uri="{FF2B5EF4-FFF2-40B4-BE49-F238E27FC236}">
                <a16:creationId xmlns:a16="http://schemas.microsoft.com/office/drawing/2014/main" id="{8A19AE54-B77B-4585-A87B-77E377D3CB66}"/>
              </a:ext>
            </a:extLst>
          </p:cNvPr>
          <p:cNvSpPr>
            <a:spLocks xmlns:a="http://schemas.openxmlformats.org/drawingml/2006/main" noGrp="1"/>
          </p:cNvSpPr>
          <p:nvPr/>
        </p:nvSpPr>
        <p:spPr>
          <a:xfrm xmlns:a="http://schemas.openxmlformats.org/drawingml/2006/main">
            <a:off x="1238250" y="4010025"/>
            <a:ext cx="40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500" b="1">
                <a:solidFill>
                  <a:srgbClr val="554E4A"/>
                </a:solidFill>
                <a:latin typeface="Public Sans"/>
                <a:ea typeface="Public Sans"/>
                <a:cs typeface="Public Sans"/>
              </a:defRPr>
            </a:pPr>
            <a:r>
              <a:rPr sz="1500" b="1">
                <a:solidFill>
                  <a:srgbClr val="554E4A"/>
                </a:solidFill>
                <a:latin typeface="Public Sans"/>
                <a:ea typeface="Public Sans"/>
                <a:cs typeface="Public Sans"/>
              </a:rPr>
              <a:t>01</a:t>
            </a:r>
          </a:p>
        </p:txBody>
      </p:sp>
      <p:sp>
        <p:nvSpPr>
          <p:cNvPr id="6" name="">
            <a:extLst xmlns:a="http://schemas.openxmlformats.org/drawingml/2006/main">
              <a:ext uri="{FF2B5EF4-FFF2-40B4-BE49-F238E27FC236}">
                <a16:creationId xmlns:a16="http://schemas.microsoft.com/office/drawing/2014/main" id="{7F65176E-E07B-4D89-8D75-B31740D2133B}"/>
              </a:ext>
            </a:extLst>
          </p:cNvPr>
          <p:cNvSpPr>
            <a:spLocks xmlns:a="http://schemas.openxmlformats.org/drawingml/2006/main" noGrp="1"/>
          </p:cNvSpPr>
          <p:nvPr/>
        </p:nvSpPr>
        <p:spPr>
          <a:xfrm xmlns:a="http://schemas.openxmlformats.org/drawingml/2006/main">
            <a:off x="1695450" y="4086225"/>
            <a:ext cx="1143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373130"/>
                </a:solidFill>
                <a:latin typeface="Public Sans"/>
                <a:ea typeface="Public Sans"/>
                <a:cs typeface="Public Sans"/>
              </a:defRPr>
            </a:pPr>
            <a:r>
              <a:rPr sz="1125" b="1">
                <a:solidFill>
                  <a:srgbClr val="373130"/>
                </a:solidFill>
                <a:latin typeface="Public Sans"/>
                <a:ea typeface="Public Sans"/>
                <a:cs typeface="Public Sans"/>
              </a:rPr>
              <a:t>BESOINS</a:t>
            </a:r>
          </a:p>
        </p:txBody>
      </p:sp>
      <p:sp>
        <p:nvSpPr>
          <p:cNvPr id="7" name="">
            <a:extLst xmlns:a="http://schemas.openxmlformats.org/drawingml/2006/main">
              <a:ext uri="{FF2B5EF4-FFF2-40B4-BE49-F238E27FC236}">
                <a16:creationId xmlns:a16="http://schemas.microsoft.com/office/drawing/2014/main" id="{F42A1EF4-C18C-4125-A85C-3BA334A4A47D}"/>
              </a:ext>
            </a:extLst>
          </p:cNvPr>
          <p:cNvSpPr>
            <a:spLocks xmlns:a="http://schemas.openxmlformats.org/drawingml/2006/main" noGrp="1"/>
          </p:cNvSpPr>
          <p:nvPr/>
        </p:nvSpPr>
        <p:spPr>
          <a:xfrm xmlns:a="http://schemas.openxmlformats.org/drawingml/2006/main">
            <a:off x="3019425" y="4410075"/>
            <a:ext cx="381000"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E6846D67-3EEA-438C-BD63-46A5CF8128FA}"/>
              </a:ext>
            </a:extLst>
          </p:cNvPr>
          <p:cNvSpPr>
            <a:spLocks xmlns:a="http://schemas.openxmlformats.org/drawingml/2006/main" noGrp="1"/>
          </p:cNvSpPr>
          <p:nvPr/>
        </p:nvSpPr>
        <p:spPr>
          <a:xfrm xmlns:a="http://schemas.openxmlformats.org/drawingml/2006/main">
            <a:off x="3400425" y="3905250"/>
            <a:ext cx="1952625" cy="1066800"/>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9" name="">
            <a:extLst xmlns:a="http://schemas.openxmlformats.org/drawingml/2006/main">
              <a:ext uri="{FF2B5EF4-FFF2-40B4-BE49-F238E27FC236}">
                <a16:creationId xmlns:a16="http://schemas.microsoft.com/office/drawing/2014/main" id="{E2393C0D-382A-4167-929E-B63D670208B4}"/>
              </a:ext>
            </a:extLst>
          </p:cNvPr>
          <p:cNvSpPr>
            <a:spLocks xmlns:a="http://schemas.openxmlformats.org/drawingml/2006/main" noGrp="1"/>
          </p:cNvSpPr>
          <p:nvPr/>
        </p:nvSpPr>
        <p:spPr>
          <a:xfrm xmlns:a="http://schemas.openxmlformats.org/drawingml/2006/main">
            <a:off x="3571875" y="4010025"/>
            <a:ext cx="40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500" b="1">
                <a:solidFill>
                  <a:srgbClr val="554E4A"/>
                </a:solidFill>
                <a:latin typeface="Public Sans"/>
                <a:ea typeface="Public Sans"/>
                <a:cs typeface="Public Sans"/>
              </a:defRPr>
            </a:pPr>
            <a:r>
              <a:rPr sz="1500" b="1">
                <a:solidFill>
                  <a:srgbClr val="554E4A"/>
                </a:solidFill>
                <a:latin typeface="Public Sans"/>
                <a:ea typeface="Public Sans"/>
                <a:cs typeface="Public Sans"/>
              </a:rPr>
              <a:t>02</a:t>
            </a:r>
          </a:p>
        </p:txBody>
      </p:sp>
      <p:sp>
        <p:nvSpPr>
          <p:cNvPr id="10" name="">
            <a:extLst xmlns:a="http://schemas.openxmlformats.org/drawingml/2006/main">
              <a:ext uri="{FF2B5EF4-FFF2-40B4-BE49-F238E27FC236}">
                <a16:creationId xmlns:a16="http://schemas.microsoft.com/office/drawing/2014/main" id="{635A6C9F-C647-4C05-BB99-98F103640ED5}"/>
              </a:ext>
            </a:extLst>
          </p:cNvPr>
          <p:cNvSpPr>
            <a:spLocks xmlns:a="http://schemas.openxmlformats.org/drawingml/2006/main" noGrp="1"/>
          </p:cNvSpPr>
          <p:nvPr/>
        </p:nvSpPr>
        <p:spPr>
          <a:xfrm xmlns:a="http://schemas.openxmlformats.org/drawingml/2006/main">
            <a:off x="4029075" y="4086225"/>
            <a:ext cx="1143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373130"/>
                </a:solidFill>
                <a:latin typeface="Public Sans"/>
                <a:ea typeface="Public Sans"/>
                <a:cs typeface="Public Sans"/>
              </a:defRPr>
            </a:pPr>
            <a:r>
              <a:rPr sz="1125" b="1">
                <a:solidFill>
                  <a:srgbClr val="373130"/>
                </a:solidFill>
                <a:latin typeface="Public Sans"/>
                <a:ea typeface="Public Sans"/>
                <a:cs typeface="Public Sans"/>
              </a:rPr>
              <a:t>CONCEPTION</a:t>
            </a:r>
          </a:p>
        </p:txBody>
      </p:sp>
      <p:sp>
        <p:nvSpPr>
          <p:cNvPr id="11" name="">
            <a:extLst xmlns:a="http://schemas.openxmlformats.org/drawingml/2006/main">
              <a:ext uri="{FF2B5EF4-FFF2-40B4-BE49-F238E27FC236}">
                <a16:creationId xmlns:a16="http://schemas.microsoft.com/office/drawing/2014/main" id="{7FCB9ADC-4401-47F0-A8D8-66B76A2A3F96}"/>
              </a:ext>
            </a:extLst>
          </p:cNvPr>
          <p:cNvSpPr>
            <a:spLocks xmlns:a="http://schemas.openxmlformats.org/drawingml/2006/main" noGrp="1"/>
          </p:cNvSpPr>
          <p:nvPr/>
        </p:nvSpPr>
        <p:spPr>
          <a:xfrm xmlns:a="http://schemas.openxmlformats.org/drawingml/2006/main">
            <a:off x="5353050" y="4410075"/>
            <a:ext cx="381000"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E0AD796-465C-40B2-B34D-65F3A3ACE014}"/>
              </a:ext>
            </a:extLst>
          </p:cNvPr>
          <p:cNvSpPr>
            <a:spLocks xmlns:a="http://schemas.openxmlformats.org/drawingml/2006/main" noGrp="1"/>
          </p:cNvSpPr>
          <p:nvPr/>
        </p:nvSpPr>
        <p:spPr>
          <a:xfrm xmlns:a="http://schemas.openxmlformats.org/drawingml/2006/main">
            <a:off x="5734050" y="3905250"/>
            <a:ext cx="1952625" cy="1066800"/>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13" name="">
            <a:extLst xmlns:a="http://schemas.openxmlformats.org/drawingml/2006/main">
              <a:ext uri="{FF2B5EF4-FFF2-40B4-BE49-F238E27FC236}">
                <a16:creationId xmlns:a16="http://schemas.microsoft.com/office/drawing/2014/main" id="{7AD14ACC-6E35-4900-B75B-13E737174832}"/>
              </a:ext>
            </a:extLst>
          </p:cNvPr>
          <p:cNvSpPr>
            <a:spLocks xmlns:a="http://schemas.openxmlformats.org/drawingml/2006/main" noGrp="1"/>
          </p:cNvSpPr>
          <p:nvPr/>
        </p:nvSpPr>
        <p:spPr>
          <a:xfrm xmlns:a="http://schemas.openxmlformats.org/drawingml/2006/main">
            <a:off x="5905500" y="4010025"/>
            <a:ext cx="40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500" b="1">
                <a:solidFill>
                  <a:srgbClr val="554E4A"/>
                </a:solidFill>
                <a:latin typeface="Public Sans"/>
                <a:ea typeface="Public Sans"/>
                <a:cs typeface="Public Sans"/>
              </a:defRPr>
            </a:pPr>
            <a:r>
              <a:rPr sz="1500" b="1">
                <a:solidFill>
                  <a:srgbClr val="554E4A"/>
                </a:solidFill>
                <a:latin typeface="Public Sans"/>
                <a:ea typeface="Public Sans"/>
                <a:cs typeface="Public Sans"/>
              </a:rPr>
              <a:t>03</a:t>
            </a:r>
          </a:p>
        </p:txBody>
      </p:sp>
      <p:sp>
        <p:nvSpPr>
          <p:cNvPr id="14" name="">
            <a:extLst xmlns:a="http://schemas.openxmlformats.org/drawingml/2006/main">
              <a:ext uri="{FF2B5EF4-FFF2-40B4-BE49-F238E27FC236}">
                <a16:creationId xmlns:a16="http://schemas.microsoft.com/office/drawing/2014/main" id="{BF873351-9ED4-4CE9-A44A-8C913410AED3}"/>
              </a:ext>
            </a:extLst>
          </p:cNvPr>
          <p:cNvSpPr>
            <a:spLocks xmlns:a="http://schemas.openxmlformats.org/drawingml/2006/main" noGrp="1"/>
          </p:cNvSpPr>
          <p:nvPr/>
        </p:nvSpPr>
        <p:spPr>
          <a:xfrm xmlns:a="http://schemas.openxmlformats.org/drawingml/2006/main">
            <a:off x="6362700" y="4086225"/>
            <a:ext cx="1143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373130"/>
                </a:solidFill>
                <a:latin typeface="Public Sans"/>
                <a:ea typeface="Public Sans"/>
                <a:cs typeface="Public Sans"/>
              </a:defRPr>
            </a:pPr>
            <a:r>
              <a:rPr sz="1125" b="1">
                <a:solidFill>
                  <a:srgbClr val="373130"/>
                </a:solidFill>
                <a:latin typeface="Public Sans"/>
                <a:ea typeface="Public Sans"/>
                <a:cs typeface="Public Sans"/>
              </a:rPr>
              <a:t>UML</a:t>
            </a:r>
          </a:p>
        </p:txBody>
      </p:sp>
      <p:sp>
        <p:nvSpPr>
          <p:cNvPr id="15" name="">
            <a:extLst xmlns:a="http://schemas.openxmlformats.org/drawingml/2006/main">
              <a:ext uri="{FF2B5EF4-FFF2-40B4-BE49-F238E27FC236}">
                <a16:creationId xmlns:a16="http://schemas.microsoft.com/office/drawing/2014/main" id="{C1193571-50E6-4190-8A0D-8FD547B27BEA}"/>
              </a:ext>
            </a:extLst>
          </p:cNvPr>
          <p:cNvSpPr>
            <a:spLocks xmlns:a="http://schemas.openxmlformats.org/drawingml/2006/main" noGrp="1"/>
          </p:cNvSpPr>
          <p:nvPr/>
        </p:nvSpPr>
        <p:spPr>
          <a:xfrm xmlns:a="http://schemas.openxmlformats.org/drawingml/2006/main">
            <a:off x="7686675" y="4410075"/>
            <a:ext cx="381000"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0851C6D3-56BC-471E-BFA4-420240162525}"/>
              </a:ext>
            </a:extLst>
          </p:cNvPr>
          <p:cNvSpPr>
            <a:spLocks xmlns:a="http://schemas.openxmlformats.org/drawingml/2006/main" noGrp="1"/>
          </p:cNvSpPr>
          <p:nvPr/>
        </p:nvSpPr>
        <p:spPr>
          <a:xfrm xmlns:a="http://schemas.openxmlformats.org/drawingml/2006/main">
            <a:off x="8067675" y="3905250"/>
            <a:ext cx="1952625" cy="1066800"/>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17" name="">
            <a:extLst xmlns:a="http://schemas.openxmlformats.org/drawingml/2006/main">
              <a:ext uri="{FF2B5EF4-FFF2-40B4-BE49-F238E27FC236}">
                <a16:creationId xmlns:a16="http://schemas.microsoft.com/office/drawing/2014/main" id="{6424D14A-1552-4109-8A8C-72CEC3267989}"/>
              </a:ext>
            </a:extLst>
          </p:cNvPr>
          <p:cNvSpPr>
            <a:spLocks xmlns:a="http://schemas.openxmlformats.org/drawingml/2006/main" noGrp="1"/>
          </p:cNvSpPr>
          <p:nvPr/>
        </p:nvSpPr>
        <p:spPr>
          <a:xfrm xmlns:a="http://schemas.openxmlformats.org/drawingml/2006/main">
            <a:off x="8239125" y="4010025"/>
            <a:ext cx="40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500" b="1">
                <a:solidFill>
                  <a:srgbClr val="554E4A"/>
                </a:solidFill>
                <a:latin typeface="Public Sans"/>
                <a:ea typeface="Public Sans"/>
                <a:cs typeface="Public Sans"/>
              </a:defRPr>
            </a:pPr>
            <a:r>
              <a:rPr sz="1500" b="1">
                <a:solidFill>
                  <a:srgbClr val="554E4A"/>
                </a:solidFill>
                <a:latin typeface="Public Sans"/>
                <a:ea typeface="Public Sans"/>
                <a:cs typeface="Public Sans"/>
              </a:rPr>
              <a:t>04</a:t>
            </a:r>
          </a:p>
        </p:txBody>
      </p:sp>
      <p:sp>
        <p:nvSpPr>
          <p:cNvPr id="18" name="">
            <a:extLst xmlns:a="http://schemas.openxmlformats.org/drawingml/2006/main">
              <a:ext uri="{FF2B5EF4-FFF2-40B4-BE49-F238E27FC236}">
                <a16:creationId xmlns:a16="http://schemas.microsoft.com/office/drawing/2014/main" id="{71AE58C1-4CFF-4654-A4CA-648F1A33EC18}"/>
              </a:ext>
            </a:extLst>
          </p:cNvPr>
          <p:cNvSpPr>
            <a:spLocks xmlns:a="http://schemas.openxmlformats.org/drawingml/2006/main" noGrp="1"/>
          </p:cNvSpPr>
          <p:nvPr/>
        </p:nvSpPr>
        <p:spPr>
          <a:xfrm xmlns:a="http://schemas.openxmlformats.org/drawingml/2006/main">
            <a:off x="8696325" y="4086225"/>
            <a:ext cx="1143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373130"/>
                </a:solidFill>
                <a:latin typeface="Public Sans"/>
                <a:ea typeface="Public Sans"/>
                <a:cs typeface="Public Sans"/>
              </a:defRPr>
            </a:pPr>
            <a:r>
              <a:rPr sz="1125" b="1">
                <a:solidFill>
                  <a:srgbClr val="373130"/>
                </a:solidFill>
                <a:latin typeface="Public Sans"/>
                <a:ea typeface="Public Sans"/>
                <a:cs typeface="Public Sans"/>
              </a:rPr>
              <a:t>FRONT / BACK</a:t>
            </a:r>
          </a:p>
        </p:txBody>
      </p:sp>
      <p:sp>
        <p:nvSpPr>
          <p:cNvPr id="19" name="">
            <a:extLst xmlns:a="http://schemas.openxmlformats.org/drawingml/2006/main">
              <a:ext uri="{FF2B5EF4-FFF2-40B4-BE49-F238E27FC236}">
                <a16:creationId xmlns:a16="http://schemas.microsoft.com/office/drawing/2014/main" id="{2784E703-E8E3-4F8C-85BA-B27000B18BA8}"/>
              </a:ext>
            </a:extLst>
          </p:cNvPr>
          <p:cNvSpPr>
            <a:spLocks xmlns:a="http://schemas.openxmlformats.org/drawingml/2006/main" noGrp="1"/>
          </p:cNvSpPr>
          <p:nvPr/>
        </p:nvSpPr>
        <p:spPr>
          <a:xfrm xmlns:a="http://schemas.openxmlformats.org/drawingml/2006/main">
            <a:off x="10020300" y="4410075"/>
            <a:ext cx="381000"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0CCD435-1FAB-4103-8F8F-EE5277EA5DB7}"/>
              </a:ext>
            </a:extLst>
          </p:cNvPr>
          <p:cNvSpPr>
            <a:spLocks xmlns:a="http://schemas.openxmlformats.org/drawingml/2006/main" noGrp="1"/>
          </p:cNvSpPr>
          <p:nvPr/>
        </p:nvSpPr>
        <p:spPr>
          <a:xfrm xmlns:a="http://schemas.openxmlformats.org/drawingml/2006/main">
            <a:off x="10401300" y="3905250"/>
            <a:ext cx="1952625" cy="1066800"/>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21" name="">
            <a:extLst xmlns:a="http://schemas.openxmlformats.org/drawingml/2006/main">
              <a:ext uri="{FF2B5EF4-FFF2-40B4-BE49-F238E27FC236}">
                <a16:creationId xmlns:a16="http://schemas.microsoft.com/office/drawing/2014/main" id="{A7D2DF8C-F054-4C89-9C5F-6CF90B2E0CB9}"/>
              </a:ext>
            </a:extLst>
          </p:cNvPr>
          <p:cNvSpPr>
            <a:spLocks xmlns:a="http://schemas.openxmlformats.org/drawingml/2006/main" noGrp="1"/>
          </p:cNvSpPr>
          <p:nvPr/>
        </p:nvSpPr>
        <p:spPr>
          <a:xfrm xmlns:a="http://schemas.openxmlformats.org/drawingml/2006/main">
            <a:off x="10572750" y="4010025"/>
            <a:ext cx="40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500" b="1">
                <a:solidFill>
                  <a:srgbClr val="554E4A"/>
                </a:solidFill>
                <a:latin typeface="Public Sans"/>
                <a:ea typeface="Public Sans"/>
                <a:cs typeface="Public Sans"/>
              </a:defRPr>
            </a:pPr>
            <a:r>
              <a:rPr sz="1500" b="1">
                <a:solidFill>
                  <a:srgbClr val="554E4A"/>
                </a:solidFill>
                <a:latin typeface="Public Sans"/>
                <a:ea typeface="Public Sans"/>
                <a:cs typeface="Public Sans"/>
              </a:rPr>
              <a:t>05</a:t>
            </a:r>
          </a:p>
        </p:txBody>
      </p:sp>
      <p:sp>
        <p:nvSpPr>
          <p:cNvPr id="22" name="">
            <a:extLst xmlns:a="http://schemas.openxmlformats.org/drawingml/2006/main">
              <a:ext uri="{FF2B5EF4-FFF2-40B4-BE49-F238E27FC236}">
                <a16:creationId xmlns:a16="http://schemas.microsoft.com/office/drawing/2014/main" id="{126F0AC8-9047-4CF9-9192-B87CADC43113}"/>
              </a:ext>
            </a:extLst>
          </p:cNvPr>
          <p:cNvSpPr>
            <a:spLocks xmlns:a="http://schemas.openxmlformats.org/drawingml/2006/main" noGrp="1"/>
          </p:cNvSpPr>
          <p:nvPr/>
        </p:nvSpPr>
        <p:spPr>
          <a:xfrm xmlns:a="http://schemas.openxmlformats.org/drawingml/2006/main">
            <a:off x="11029950" y="4086225"/>
            <a:ext cx="1143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373130"/>
                </a:solidFill>
                <a:latin typeface="Public Sans"/>
                <a:ea typeface="Public Sans"/>
                <a:cs typeface="Public Sans"/>
              </a:defRPr>
            </a:pPr>
            <a:r>
              <a:rPr sz="1125" b="1">
                <a:solidFill>
                  <a:srgbClr val="373130"/>
                </a:solidFill>
                <a:latin typeface="Public Sans"/>
                <a:ea typeface="Public Sans"/>
                <a:cs typeface="Public Sans"/>
              </a:rPr>
              <a:t>BASE DE DONNÉES</a:t>
            </a:r>
          </a:p>
        </p:txBody>
      </p:sp>
      <p:sp>
        <p:nvSpPr>
          <p:cNvPr id="23" name="">
            <a:extLst xmlns:a="http://schemas.openxmlformats.org/drawingml/2006/main">
              <a:ext uri="{FF2B5EF4-FFF2-40B4-BE49-F238E27FC236}">
                <a16:creationId xmlns:a16="http://schemas.microsoft.com/office/drawing/2014/main" id="{80A18E8A-4E5F-48D2-A73E-3909E1333662}"/>
              </a:ext>
            </a:extLst>
          </p:cNvPr>
          <p:cNvSpPr>
            <a:spLocks xmlns:a="http://schemas.openxmlformats.org/drawingml/2006/main" noGrp="1"/>
          </p:cNvSpPr>
          <p:nvPr/>
        </p:nvSpPr>
        <p:spPr>
          <a:xfrm xmlns:a="http://schemas.openxmlformats.org/drawingml/2006/main">
            <a:off x="12353925" y="4410075"/>
            <a:ext cx="381000"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1AF5B65-B5EC-43C1-9E12-1486FC9E51ED}"/>
              </a:ext>
            </a:extLst>
          </p:cNvPr>
          <p:cNvSpPr>
            <a:spLocks xmlns:a="http://schemas.openxmlformats.org/drawingml/2006/main" noGrp="1"/>
          </p:cNvSpPr>
          <p:nvPr/>
        </p:nvSpPr>
        <p:spPr>
          <a:xfrm xmlns:a="http://schemas.openxmlformats.org/drawingml/2006/main">
            <a:off x="12734925" y="3905250"/>
            <a:ext cx="1952625" cy="1066800"/>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25" name="">
            <a:extLst xmlns:a="http://schemas.openxmlformats.org/drawingml/2006/main">
              <a:ext uri="{FF2B5EF4-FFF2-40B4-BE49-F238E27FC236}">
                <a16:creationId xmlns:a16="http://schemas.microsoft.com/office/drawing/2014/main" id="{75C95E7C-A1D4-4289-AD83-4E84CDA721A4}"/>
              </a:ext>
            </a:extLst>
          </p:cNvPr>
          <p:cNvSpPr>
            <a:spLocks xmlns:a="http://schemas.openxmlformats.org/drawingml/2006/main" noGrp="1"/>
          </p:cNvSpPr>
          <p:nvPr/>
        </p:nvSpPr>
        <p:spPr>
          <a:xfrm xmlns:a="http://schemas.openxmlformats.org/drawingml/2006/main">
            <a:off x="12906375" y="4010025"/>
            <a:ext cx="40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500" b="1">
                <a:solidFill>
                  <a:srgbClr val="554E4A"/>
                </a:solidFill>
                <a:latin typeface="Public Sans"/>
                <a:ea typeface="Public Sans"/>
                <a:cs typeface="Public Sans"/>
              </a:defRPr>
            </a:pPr>
            <a:r>
              <a:rPr sz="1500" b="1">
                <a:solidFill>
                  <a:srgbClr val="554E4A"/>
                </a:solidFill>
                <a:latin typeface="Public Sans"/>
                <a:ea typeface="Public Sans"/>
                <a:cs typeface="Public Sans"/>
              </a:rPr>
              <a:t>06</a:t>
            </a:r>
          </a:p>
        </p:txBody>
      </p:sp>
      <p:sp>
        <p:nvSpPr>
          <p:cNvPr id="26" name="">
            <a:extLst xmlns:a="http://schemas.openxmlformats.org/drawingml/2006/main">
              <a:ext uri="{FF2B5EF4-FFF2-40B4-BE49-F238E27FC236}">
                <a16:creationId xmlns:a16="http://schemas.microsoft.com/office/drawing/2014/main" id="{A33B3387-7B82-4749-94A9-D82C350FB010}"/>
              </a:ext>
            </a:extLst>
          </p:cNvPr>
          <p:cNvSpPr>
            <a:spLocks xmlns:a="http://schemas.openxmlformats.org/drawingml/2006/main" noGrp="1"/>
          </p:cNvSpPr>
          <p:nvPr/>
        </p:nvSpPr>
        <p:spPr>
          <a:xfrm xmlns:a="http://schemas.openxmlformats.org/drawingml/2006/main">
            <a:off x="13363575" y="4086225"/>
            <a:ext cx="1143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373130"/>
                </a:solidFill>
                <a:latin typeface="Public Sans"/>
                <a:ea typeface="Public Sans"/>
                <a:cs typeface="Public Sans"/>
              </a:defRPr>
            </a:pPr>
            <a:r>
              <a:rPr sz="1125" b="1">
                <a:solidFill>
                  <a:srgbClr val="373130"/>
                </a:solidFill>
                <a:latin typeface="Public Sans"/>
                <a:ea typeface="Public Sans"/>
                <a:cs typeface="Public Sans"/>
              </a:rPr>
              <a:t>TESTS</a:t>
            </a:r>
          </a:p>
        </p:txBody>
      </p:sp>
      <p:sp>
        <p:nvSpPr>
          <p:cNvPr id="27" name="">
            <a:extLst xmlns:a="http://schemas.openxmlformats.org/drawingml/2006/main">
              <a:ext uri="{FF2B5EF4-FFF2-40B4-BE49-F238E27FC236}">
                <a16:creationId xmlns:a16="http://schemas.microsoft.com/office/drawing/2014/main" id="{EAA4A6FF-8FF8-4607-ACA7-0C4B2737634A}"/>
              </a:ext>
            </a:extLst>
          </p:cNvPr>
          <p:cNvSpPr>
            <a:spLocks xmlns:a="http://schemas.openxmlformats.org/drawingml/2006/main" noGrp="1"/>
          </p:cNvSpPr>
          <p:nvPr/>
        </p:nvSpPr>
        <p:spPr>
          <a:xfrm xmlns:a="http://schemas.openxmlformats.org/drawingml/2006/main">
            <a:off x="14687550" y="4410075"/>
            <a:ext cx="381000"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9D76B5C2-992D-4463-ADED-049638DDB59D}"/>
              </a:ext>
            </a:extLst>
          </p:cNvPr>
          <p:cNvSpPr>
            <a:spLocks xmlns:a="http://schemas.openxmlformats.org/drawingml/2006/main" noGrp="1"/>
          </p:cNvSpPr>
          <p:nvPr/>
        </p:nvSpPr>
        <p:spPr>
          <a:xfrm xmlns:a="http://schemas.openxmlformats.org/drawingml/2006/main">
            <a:off x="15068550" y="3905250"/>
            <a:ext cx="1952625" cy="1066800"/>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29" name="">
            <a:extLst xmlns:a="http://schemas.openxmlformats.org/drawingml/2006/main">
              <a:ext uri="{FF2B5EF4-FFF2-40B4-BE49-F238E27FC236}">
                <a16:creationId xmlns:a16="http://schemas.microsoft.com/office/drawing/2014/main" id="{B0E6C89F-9929-453D-BBED-787E6EB84252}"/>
              </a:ext>
            </a:extLst>
          </p:cNvPr>
          <p:cNvSpPr>
            <a:spLocks xmlns:a="http://schemas.openxmlformats.org/drawingml/2006/main" noGrp="1"/>
          </p:cNvSpPr>
          <p:nvPr/>
        </p:nvSpPr>
        <p:spPr>
          <a:xfrm xmlns:a="http://schemas.openxmlformats.org/drawingml/2006/main">
            <a:off x="15240000" y="4010025"/>
            <a:ext cx="40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500" b="1">
                <a:solidFill>
                  <a:srgbClr val="554E4A"/>
                </a:solidFill>
                <a:latin typeface="Public Sans"/>
                <a:ea typeface="Public Sans"/>
                <a:cs typeface="Public Sans"/>
              </a:defRPr>
            </a:pPr>
            <a:r>
              <a:rPr sz="1500" b="1">
                <a:solidFill>
                  <a:srgbClr val="554E4A"/>
                </a:solidFill>
                <a:latin typeface="Public Sans"/>
                <a:ea typeface="Public Sans"/>
                <a:cs typeface="Public Sans"/>
              </a:rPr>
              <a:t>07</a:t>
            </a:r>
          </a:p>
        </p:txBody>
      </p:sp>
      <p:sp>
        <p:nvSpPr>
          <p:cNvPr id="30" name="">
            <a:extLst xmlns:a="http://schemas.openxmlformats.org/drawingml/2006/main">
              <a:ext uri="{FF2B5EF4-FFF2-40B4-BE49-F238E27FC236}">
                <a16:creationId xmlns:a16="http://schemas.microsoft.com/office/drawing/2014/main" id="{8CC0A1C5-D00C-4355-8A98-88AEC71F5B24}"/>
              </a:ext>
            </a:extLst>
          </p:cNvPr>
          <p:cNvSpPr>
            <a:spLocks xmlns:a="http://schemas.openxmlformats.org/drawingml/2006/main" noGrp="1"/>
          </p:cNvSpPr>
          <p:nvPr/>
        </p:nvSpPr>
        <p:spPr>
          <a:xfrm xmlns:a="http://schemas.openxmlformats.org/drawingml/2006/main">
            <a:off x="15697200" y="4086225"/>
            <a:ext cx="1143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125" b="1">
                <a:solidFill>
                  <a:srgbClr val="373130"/>
                </a:solidFill>
                <a:latin typeface="Public Sans"/>
                <a:ea typeface="Public Sans"/>
                <a:cs typeface="Public Sans"/>
              </a:defRPr>
            </a:pPr>
            <a:r>
              <a:rPr sz="1125" b="1">
                <a:solidFill>
                  <a:srgbClr val="373130"/>
                </a:solidFill>
                <a:latin typeface="Public Sans"/>
                <a:ea typeface="Public Sans"/>
                <a:cs typeface="Public Sans"/>
              </a:rPr>
              <a:t>VALIDATION</a:t>
            </a:r>
          </a:p>
        </p:txBody>
      </p:sp>
      <p:sp>
        <p:nvSpPr>
          <p:cNvPr id="31" name="">
            <a:extLst xmlns:a="http://schemas.openxmlformats.org/drawingml/2006/main">
              <a:ext uri="{FF2B5EF4-FFF2-40B4-BE49-F238E27FC236}">
                <a16:creationId xmlns:a16="http://schemas.microsoft.com/office/drawing/2014/main" id="{59A4C47C-F380-4D95-8931-EF7B4AB38C6F}"/>
              </a:ext>
            </a:extLst>
          </p:cNvPr>
          <p:cNvSpPr>
            <a:spLocks xmlns:a="http://schemas.openxmlformats.org/drawingml/2006/main" noGrp="1"/>
          </p:cNvSpPr>
          <p:nvPr/>
        </p:nvSpPr>
        <p:spPr>
          <a:xfrm xmlns:a="http://schemas.openxmlformats.org/drawingml/2006/main">
            <a:off x="1047750" y="5495925"/>
            <a:ext cx="10858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875" b="0">
                <a:solidFill>
                  <a:srgbClr val="373130"/>
                </a:solidFill>
                <a:latin typeface="Playfair Display"/>
                <a:ea typeface="Playfair Display"/>
                <a:cs typeface="Playfair Display"/>
              </a:defRPr>
            </a:pPr>
            <a:r>
              <a:rPr sz="1875" b="0">
                <a:solidFill>
                  <a:srgbClr val="373130"/>
                </a:solidFill>
                <a:latin typeface="Playfair Display"/>
                <a:ea typeface="Playfair Display"/>
                <a:cs typeface="Playfair Display"/>
              </a:rPr>
              <a:t>Analyse  →  Modélisation  →  Implémentation  →  Vérification</a:t>
            </a:r>
          </a:p>
        </p:txBody>
      </p:sp>
    </p:spTree>
    <p:extLst>
      <p:ext uri="{BB962C8B-B14F-4D97-AF65-F5344CB8AC3E}">
        <p14:creationId xmlns:p14="http://schemas.microsoft.com/office/powerpoint/2010/main" val="1470453755"/>
      </p:ext>
    </p:extLst>
  </p:cSld>
</p:sld>
</file>

<file path=ppt/slides/slide10.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51B455B0-2FC9-4DF4-9AE9-CBAFF23BF46C}"/>
              </a:ext>
            </a:extLst>
          </p:cNvPr>
          <p:cNvSpPr>
            <a:spLocks xmlns:a="http://schemas.openxmlformats.org/drawingml/2006/main" noGrp="1"/>
          </p:cNvSpPr>
          <p:nvPr/>
        </p:nvSpPr>
        <p:spPr>
          <a:xfrm xmlns:a="http://schemas.openxmlformats.org/drawingml/2006/main" rot="0">
            <a:off x="1287288" y="1266825"/>
            <a:ext cx="11755373" cy="1164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8583"/>
              </a:lnSpc>
              <a:buAutoNum type="arabicPeriod" startAt="1"/>
            </a:pPr>
            <a:r>
              <a:rPr sz="9229" b="1" i="1">
                <a:solidFill>
                  <a:srgbClr val="373132"/>
                </a:solidFill>
                <a:latin typeface="Playfair Display Bold Italics"/>
                <a:ea typeface="Playfair Display Bold Italics"/>
                <a:cs typeface="Playfair Display Bold Italics"/>
              </a:rPr>
              <a:t>CAS D'USAGE</a:t>
            </a:r>
          </a:p>
        </p:txBody>
      </p:sp>
      <p:sp>
        <p:nvSpPr>
          <p:cNvPr id="3" name="TextBox 3">
            <a:extLst xmlns:a="http://schemas.openxmlformats.org/drawingml/2006/main">
              <a:ext uri="{FF2B5EF4-FFF2-40B4-BE49-F238E27FC236}">
                <a16:creationId xmlns:a16="http://schemas.microsoft.com/office/drawing/2014/main" id="{00D38BFC-3DFD-444A-B51D-C005BAB0476A}"/>
              </a:ext>
            </a:extLst>
          </p:cNvPr>
          <p:cNvSpPr>
            <a:spLocks xmlns:a="http://schemas.openxmlformats.org/drawingml/2006/main" noGrp="1"/>
          </p:cNvSpPr>
          <p:nvPr/>
        </p:nvSpPr>
        <p:spPr>
          <a:xfrm xmlns:a="http://schemas.openxmlformats.org/drawingml/2006/main" rot="0">
            <a:off x="8946614" y="6770822"/>
            <a:ext cx="8312686" cy="24874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Chaque acteur intervient selon ses permissions : créer, affecter, traiter, superviser ou consulter un ticket.</a:t>
            </a:r>
          </a:p>
        </p:txBody>
      </p:sp>
      <p:sp>
        <p:nvSpPr>
          <p:cNvPr id="4" name="">
            <a:extLst xmlns:a="http://schemas.openxmlformats.org/drawingml/2006/main">
              <a:ext uri="{FF2B5EF4-FFF2-40B4-BE49-F238E27FC236}">
                <a16:creationId xmlns:a16="http://schemas.microsoft.com/office/drawing/2014/main" id="{FAE2D0A8-ABC5-41E7-B00F-269E415A95C5}"/>
              </a:ext>
            </a:extLst>
          </p:cNvPr>
          <p:cNvSpPr>
            <a:spLocks xmlns:a="http://schemas.openxmlformats.org/drawingml/2006/main" noGrp="1"/>
          </p:cNvSpPr>
          <p:nvPr/>
        </p:nvSpPr>
        <p:spPr>
          <a:xfrm xmlns:a="http://schemas.openxmlformats.org/drawingml/2006/main">
            <a:off x="6953250" y="3238500"/>
            <a:ext cx="4381500" cy="2895600"/>
          </a:xfrm>
          <a:prstGeom xmlns:a="http://schemas.openxmlformats.org/drawingml/2006/main" prst="rect">
            <a:avLst/>
          </a:prstGeom>
          <a:solidFill xmlns:a="http://schemas.openxmlformats.org/drawingml/2006/main">
            <a:srgbClr val="F0ECE5"/>
          </a:solidFill>
          <a:ln xmlns:a="http://schemas.openxmlformats.org/drawingml/2006/main" w="9525">
            <a:solidFill>
              <a:srgbClr val="837A74"/>
            </a:solidFill>
            <a:prstDash val="solid"/>
          </a:ln>
        </p:spPr>
      </p:sp>
      <p:sp>
        <p:nvSpPr>
          <p:cNvPr id="5" name="">
            <a:extLst xmlns:a="http://schemas.openxmlformats.org/drawingml/2006/main">
              <a:ext uri="{FF2B5EF4-FFF2-40B4-BE49-F238E27FC236}">
                <a16:creationId xmlns:a16="http://schemas.microsoft.com/office/drawing/2014/main" id="{6F80D4CF-29A0-487A-A5A6-406F25A8644E}"/>
              </a:ext>
            </a:extLst>
          </p:cNvPr>
          <p:cNvSpPr>
            <a:spLocks xmlns:a="http://schemas.openxmlformats.org/drawingml/2006/main" noGrp="1"/>
          </p:cNvSpPr>
          <p:nvPr/>
        </p:nvSpPr>
        <p:spPr>
          <a:xfrm xmlns:a="http://schemas.openxmlformats.org/drawingml/2006/main">
            <a:off x="8143875" y="3467100"/>
            <a:ext cx="2000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725" b="1">
                <a:solidFill>
                  <a:srgbClr val="373130"/>
                </a:solidFill>
                <a:latin typeface="Public Sans"/>
                <a:ea typeface="Public Sans"/>
                <a:cs typeface="Public Sans"/>
              </a:defRPr>
            </a:pPr>
            <a:r>
              <a:rPr sz="1725" b="1">
                <a:solidFill>
                  <a:srgbClr val="373130"/>
                </a:solidFill>
                <a:latin typeface="Public Sans"/>
                <a:ea typeface="Public Sans"/>
                <a:cs typeface="Public Sans"/>
              </a:rPr>
              <a:t>AGCE CRM</a:t>
            </a:r>
          </a:p>
        </p:txBody>
      </p:sp>
      <p:sp>
        <p:nvSpPr>
          <p:cNvPr id="6" name="">
            <a:extLst xmlns:a="http://schemas.openxmlformats.org/drawingml/2006/main">
              <a:ext uri="{FF2B5EF4-FFF2-40B4-BE49-F238E27FC236}">
                <a16:creationId xmlns:a16="http://schemas.microsoft.com/office/drawing/2014/main" id="{5386DB75-C5AC-4ECD-A4F8-5D473F510F97}"/>
              </a:ext>
            </a:extLst>
          </p:cNvPr>
          <p:cNvSpPr>
            <a:spLocks xmlns:a="http://schemas.openxmlformats.org/drawingml/2006/main" noGrp="1"/>
          </p:cNvSpPr>
          <p:nvPr/>
        </p:nvSpPr>
        <p:spPr>
          <a:xfrm xmlns:a="http://schemas.openxmlformats.org/drawingml/2006/main">
            <a:off x="7429500" y="4038600"/>
            <a:ext cx="3429000" cy="342900"/>
          </a:xfrm>
          <a:prstGeom xmlns:a="http://schemas.openxmlformats.org/drawingml/2006/main" prst="rect">
            <a:avLst/>
          </a:prstGeom>
          <a:solidFill xmlns:a="http://schemas.openxmlformats.org/drawingml/2006/main">
            <a:srgbClr val="E7E2D9"/>
          </a:solidFill>
          <a:ln xmlns:a="http://schemas.openxmlformats.org/drawingml/2006/main" w="9525">
            <a:solidFill>
              <a:srgbClr val="B4AAA1"/>
            </a:solidFill>
            <a:prstDash val="solid"/>
          </a:ln>
        </p:spPr>
      </p:sp>
      <p:sp>
        <p:nvSpPr>
          <p:cNvPr id="7" name="">
            <a:extLst xmlns:a="http://schemas.openxmlformats.org/drawingml/2006/main">
              <a:ext uri="{FF2B5EF4-FFF2-40B4-BE49-F238E27FC236}">
                <a16:creationId xmlns:a16="http://schemas.microsoft.com/office/drawing/2014/main" id="{A8EFF5AD-572E-4BAC-848A-742B9CB22566}"/>
              </a:ext>
            </a:extLst>
          </p:cNvPr>
          <p:cNvSpPr>
            <a:spLocks xmlns:a="http://schemas.openxmlformats.org/drawingml/2006/main" noGrp="1"/>
          </p:cNvSpPr>
          <p:nvPr/>
        </p:nvSpPr>
        <p:spPr>
          <a:xfrm xmlns:a="http://schemas.openxmlformats.org/drawingml/2006/main">
            <a:off x="7572375" y="4105275"/>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373130"/>
                </a:solidFill>
                <a:latin typeface="Public Sans"/>
                <a:ea typeface="Public Sans"/>
                <a:cs typeface="Public Sans"/>
              </a:defRPr>
            </a:pPr>
            <a:r>
              <a:rPr sz="1125" b="0">
                <a:solidFill>
                  <a:srgbClr val="373130"/>
                </a:solidFill>
                <a:latin typeface="Public Sans"/>
                <a:ea typeface="Public Sans"/>
                <a:cs typeface="Public Sans"/>
              </a:rPr>
              <a:t>Créer / qualifier ticket</a:t>
            </a:r>
          </a:p>
        </p:txBody>
      </p:sp>
      <p:sp>
        <p:nvSpPr>
          <p:cNvPr id="8" name="">
            <a:extLst xmlns:a="http://schemas.openxmlformats.org/drawingml/2006/main">
              <a:ext uri="{FF2B5EF4-FFF2-40B4-BE49-F238E27FC236}">
                <a16:creationId xmlns:a16="http://schemas.microsoft.com/office/drawing/2014/main" id="{5C0121FD-2FD3-4C4A-81FA-A88A649AED52}"/>
              </a:ext>
            </a:extLst>
          </p:cNvPr>
          <p:cNvSpPr>
            <a:spLocks xmlns:a="http://schemas.openxmlformats.org/drawingml/2006/main" noGrp="1"/>
          </p:cNvSpPr>
          <p:nvPr/>
        </p:nvSpPr>
        <p:spPr>
          <a:xfrm xmlns:a="http://schemas.openxmlformats.org/drawingml/2006/main">
            <a:off x="7429500" y="4495800"/>
            <a:ext cx="3429000" cy="342900"/>
          </a:xfrm>
          <a:prstGeom xmlns:a="http://schemas.openxmlformats.org/drawingml/2006/main" prst="rect">
            <a:avLst/>
          </a:prstGeom>
          <a:solidFill xmlns:a="http://schemas.openxmlformats.org/drawingml/2006/main">
            <a:srgbClr val="E7E2D9"/>
          </a:solidFill>
          <a:ln xmlns:a="http://schemas.openxmlformats.org/drawingml/2006/main" w="9525">
            <a:solidFill>
              <a:srgbClr val="B4AAA1"/>
            </a:solidFill>
            <a:prstDash val="solid"/>
          </a:ln>
        </p:spPr>
      </p:sp>
      <p:sp>
        <p:nvSpPr>
          <p:cNvPr id="9" name="">
            <a:extLst xmlns:a="http://schemas.openxmlformats.org/drawingml/2006/main">
              <a:ext uri="{FF2B5EF4-FFF2-40B4-BE49-F238E27FC236}">
                <a16:creationId xmlns:a16="http://schemas.microsoft.com/office/drawing/2014/main" id="{3287CD6C-00F3-4F9C-AAEF-92DF64ADB033}"/>
              </a:ext>
            </a:extLst>
          </p:cNvPr>
          <p:cNvSpPr>
            <a:spLocks xmlns:a="http://schemas.openxmlformats.org/drawingml/2006/main" noGrp="1"/>
          </p:cNvSpPr>
          <p:nvPr/>
        </p:nvSpPr>
        <p:spPr>
          <a:xfrm xmlns:a="http://schemas.openxmlformats.org/drawingml/2006/main">
            <a:off x="7572375" y="4562475"/>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373130"/>
                </a:solidFill>
                <a:latin typeface="Public Sans"/>
                <a:ea typeface="Public Sans"/>
                <a:cs typeface="Public Sans"/>
              </a:defRPr>
            </a:pPr>
            <a:r>
              <a:rPr sz="1125" b="0">
                <a:solidFill>
                  <a:srgbClr val="373130"/>
                </a:solidFill>
                <a:latin typeface="Public Sans"/>
                <a:ea typeface="Public Sans"/>
                <a:cs typeface="Public Sans"/>
              </a:rPr>
              <a:t>Affecter au service</a:t>
            </a:r>
          </a:p>
        </p:txBody>
      </p:sp>
      <p:sp>
        <p:nvSpPr>
          <p:cNvPr id="10" name="">
            <a:extLst xmlns:a="http://schemas.openxmlformats.org/drawingml/2006/main">
              <a:ext uri="{FF2B5EF4-FFF2-40B4-BE49-F238E27FC236}">
                <a16:creationId xmlns:a16="http://schemas.microsoft.com/office/drawing/2014/main" id="{B0EB74CD-2822-4120-8376-D395CFEBC13A}"/>
              </a:ext>
            </a:extLst>
          </p:cNvPr>
          <p:cNvSpPr>
            <a:spLocks xmlns:a="http://schemas.openxmlformats.org/drawingml/2006/main" noGrp="1"/>
          </p:cNvSpPr>
          <p:nvPr/>
        </p:nvSpPr>
        <p:spPr>
          <a:xfrm xmlns:a="http://schemas.openxmlformats.org/drawingml/2006/main">
            <a:off x="7429500" y="4953000"/>
            <a:ext cx="3429000" cy="342900"/>
          </a:xfrm>
          <a:prstGeom xmlns:a="http://schemas.openxmlformats.org/drawingml/2006/main" prst="rect">
            <a:avLst/>
          </a:prstGeom>
          <a:solidFill xmlns:a="http://schemas.openxmlformats.org/drawingml/2006/main">
            <a:srgbClr val="E7E2D9"/>
          </a:solidFill>
          <a:ln xmlns:a="http://schemas.openxmlformats.org/drawingml/2006/main" w="9525">
            <a:solidFill>
              <a:srgbClr val="B4AAA1"/>
            </a:solidFill>
            <a:prstDash val="solid"/>
          </a:ln>
        </p:spPr>
      </p:sp>
      <p:sp>
        <p:nvSpPr>
          <p:cNvPr id="11" name="">
            <a:extLst xmlns:a="http://schemas.openxmlformats.org/drawingml/2006/main">
              <a:ext uri="{FF2B5EF4-FFF2-40B4-BE49-F238E27FC236}">
                <a16:creationId xmlns:a16="http://schemas.microsoft.com/office/drawing/2014/main" id="{6493432D-DEC1-43B4-9C4E-F9775CD1930F}"/>
              </a:ext>
            </a:extLst>
          </p:cNvPr>
          <p:cNvSpPr>
            <a:spLocks xmlns:a="http://schemas.openxmlformats.org/drawingml/2006/main" noGrp="1"/>
          </p:cNvSpPr>
          <p:nvPr/>
        </p:nvSpPr>
        <p:spPr>
          <a:xfrm xmlns:a="http://schemas.openxmlformats.org/drawingml/2006/main">
            <a:off x="7572375" y="5019675"/>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373130"/>
                </a:solidFill>
                <a:latin typeface="Public Sans"/>
                <a:ea typeface="Public Sans"/>
                <a:cs typeface="Public Sans"/>
              </a:defRPr>
            </a:pPr>
            <a:r>
              <a:rPr sz="1125" b="0">
                <a:solidFill>
                  <a:srgbClr val="373130"/>
                </a:solidFill>
                <a:latin typeface="Public Sans"/>
                <a:ea typeface="Public Sans"/>
                <a:cs typeface="Public Sans"/>
              </a:rPr>
              <a:t>Suivre et communiquer</a:t>
            </a:r>
          </a:p>
        </p:txBody>
      </p:sp>
      <p:sp>
        <p:nvSpPr>
          <p:cNvPr id="12" name="">
            <a:extLst xmlns:a="http://schemas.openxmlformats.org/drawingml/2006/main">
              <a:ext uri="{FF2B5EF4-FFF2-40B4-BE49-F238E27FC236}">
                <a16:creationId xmlns:a16="http://schemas.microsoft.com/office/drawing/2014/main" id="{720B83A5-1BF2-4E2B-81FE-758A2667E452}"/>
              </a:ext>
            </a:extLst>
          </p:cNvPr>
          <p:cNvSpPr>
            <a:spLocks xmlns:a="http://schemas.openxmlformats.org/drawingml/2006/main" noGrp="1"/>
          </p:cNvSpPr>
          <p:nvPr/>
        </p:nvSpPr>
        <p:spPr>
          <a:xfrm xmlns:a="http://schemas.openxmlformats.org/drawingml/2006/main">
            <a:off x="7429500" y="5410200"/>
            <a:ext cx="3429000" cy="342900"/>
          </a:xfrm>
          <a:prstGeom xmlns:a="http://schemas.openxmlformats.org/drawingml/2006/main" prst="rect">
            <a:avLst/>
          </a:prstGeom>
          <a:solidFill xmlns:a="http://schemas.openxmlformats.org/drawingml/2006/main">
            <a:srgbClr val="E7E2D9"/>
          </a:solidFill>
          <a:ln xmlns:a="http://schemas.openxmlformats.org/drawingml/2006/main" w="9525">
            <a:solidFill>
              <a:srgbClr val="B4AAA1"/>
            </a:solidFill>
            <a:prstDash val="solid"/>
          </a:ln>
        </p:spPr>
      </p:sp>
      <p:sp>
        <p:nvSpPr>
          <p:cNvPr id="13" name="">
            <a:extLst xmlns:a="http://schemas.openxmlformats.org/drawingml/2006/main">
              <a:ext uri="{FF2B5EF4-FFF2-40B4-BE49-F238E27FC236}">
                <a16:creationId xmlns:a16="http://schemas.microsoft.com/office/drawing/2014/main" id="{D65159E0-9454-4D7E-B612-A83237F7F2B2}"/>
              </a:ext>
            </a:extLst>
          </p:cNvPr>
          <p:cNvSpPr>
            <a:spLocks xmlns:a="http://schemas.openxmlformats.org/drawingml/2006/main" noGrp="1"/>
          </p:cNvSpPr>
          <p:nvPr/>
        </p:nvSpPr>
        <p:spPr>
          <a:xfrm xmlns:a="http://schemas.openxmlformats.org/drawingml/2006/main">
            <a:off x="7572375" y="5476875"/>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373130"/>
                </a:solidFill>
                <a:latin typeface="Public Sans"/>
                <a:ea typeface="Public Sans"/>
                <a:cs typeface="Public Sans"/>
              </a:defRPr>
            </a:pPr>
            <a:r>
              <a:rPr sz="1125" b="0">
                <a:solidFill>
                  <a:srgbClr val="373130"/>
                </a:solidFill>
                <a:latin typeface="Public Sans"/>
                <a:ea typeface="Public Sans"/>
                <a:cs typeface="Public Sans"/>
              </a:rPr>
              <a:t>Superviser indicateurs</a:t>
            </a:r>
          </a:p>
        </p:txBody>
      </p:sp>
      <p:sp>
        <p:nvSpPr>
          <p:cNvPr id="14" name="">
            <a:extLst xmlns:a="http://schemas.openxmlformats.org/drawingml/2006/main">
              <a:ext uri="{FF2B5EF4-FFF2-40B4-BE49-F238E27FC236}">
                <a16:creationId xmlns:a16="http://schemas.microsoft.com/office/drawing/2014/main" id="{BCF87600-F6C1-421D-80FD-2D8603093399}"/>
              </a:ext>
            </a:extLst>
          </p:cNvPr>
          <p:cNvSpPr>
            <a:spLocks xmlns:a="http://schemas.openxmlformats.org/drawingml/2006/main" noGrp="1"/>
          </p:cNvSpPr>
          <p:nvPr/>
        </p:nvSpPr>
        <p:spPr>
          <a:xfrm xmlns:a="http://schemas.openxmlformats.org/drawingml/2006/main">
            <a:off x="1295400" y="3476625"/>
            <a:ext cx="2714625" cy="552450"/>
          </a:xfrm>
          <a:prstGeom xmlns:a="http://schemas.openxmlformats.org/drawingml/2006/main" prst="rect">
            <a:avLst/>
          </a:prstGeom>
          <a:solidFill xmlns:a="http://schemas.openxmlformats.org/drawingml/2006/main">
            <a:srgbClr val="ECE7DE"/>
          </a:solidFill>
          <a:ln xmlns:a="http://schemas.openxmlformats.org/drawingml/2006/main" w="9525">
            <a:solidFill>
              <a:srgbClr val="ACA39A"/>
            </a:solidFill>
            <a:prstDash val="solid"/>
          </a:ln>
        </p:spPr>
      </p:sp>
      <p:sp>
        <p:nvSpPr>
          <p:cNvPr id="15" name="">
            <a:extLst xmlns:a="http://schemas.openxmlformats.org/drawingml/2006/main">
              <a:ext uri="{FF2B5EF4-FFF2-40B4-BE49-F238E27FC236}">
                <a16:creationId xmlns:a16="http://schemas.microsoft.com/office/drawing/2014/main" id="{CA5B8EE7-9E8A-49B9-8B60-F0C0A18F0A2E}"/>
              </a:ext>
            </a:extLst>
          </p:cNvPr>
          <p:cNvSpPr>
            <a:spLocks xmlns:a="http://schemas.openxmlformats.org/drawingml/2006/main" noGrp="1"/>
          </p:cNvSpPr>
          <p:nvPr/>
        </p:nvSpPr>
        <p:spPr>
          <a:xfrm xmlns:a="http://schemas.openxmlformats.org/drawingml/2006/main">
            <a:off x="1390650" y="3629025"/>
            <a:ext cx="2524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350" b="1">
                <a:solidFill>
                  <a:srgbClr val="373130"/>
                </a:solidFill>
                <a:latin typeface="Public Sans"/>
                <a:ea typeface="Public Sans"/>
                <a:cs typeface="Public Sans"/>
              </a:defRPr>
            </a:pPr>
            <a:r>
              <a:rPr sz="1350" b="1">
                <a:solidFill>
                  <a:srgbClr val="373130"/>
                </a:solidFill>
                <a:latin typeface="Public Sans"/>
                <a:ea typeface="Public Sans"/>
                <a:cs typeface="Public Sans"/>
              </a:rPr>
              <a:t>Client</a:t>
            </a:r>
          </a:p>
        </p:txBody>
      </p:sp>
      <p:sp>
        <p:nvSpPr>
          <p:cNvPr id="16" name="">
            <a:extLst xmlns:a="http://schemas.openxmlformats.org/drawingml/2006/main">
              <a:ext uri="{FF2B5EF4-FFF2-40B4-BE49-F238E27FC236}">
                <a16:creationId xmlns:a16="http://schemas.microsoft.com/office/drawing/2014/main" id="{A4526BD1-91F2-49C1-8EA3-CCDA1432F4E1}"/>
              </a:ext>
            </a:extLst>
          </p:cNvPr>
          <p:cNvSpPr>
            <a:spLocks xmlns:a="http://schemas.openxmlformats.org/drawingml/2006/main" noGrp="1"/>
          </p:cNvSpPr>
          <p:nvPr/>
        </p:nvSpPr>
        <p:spPr>
          <a:xfrm xmlns:a="http://schemas.openxmlformats.org/drawingml/2006/main">
            <a:off x="4010025" y="3743325"/>
            <a:ext cx="2943225" cy="190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AF0798FB-104B-43FD-84BB-FFA15049F7B4}"/>
              </a:ext>
            </a:extLst>
          </p:cNvPr>
          <p:cNvSpPr>
            <a:spLocks xmlns:a="http://schemas.openxmlformats.org/drawingml/2006/main" noGrp="1"/>
          </p:cNvSpPr>
          <p:nvPr/>
        </p:nvSpPr>
        <p:spPr>
          <a:xfrm xmlns:a="http://schemas.openxmlformats.org/drawingml/2006/main">
            <a:off x="1066800" y="4552950"/>
            <a:ext cx="2714625" cy="552450"/>
          </a:xfrm>
          <a:prstGeom xmlns:a="http://schemas.openxmlformats.org/drawingml/2006/main" prst="rect">
            <a:avLst/>
          </a:prstGeom>
          <a:solidFill xmlns:a="http://schemas.openxmlformats.org/drawingml/2006/main">
            <a:srgbClr val="ECE7DE"/>
          </a:solidFill>
          <a:ln xmlns:a="http://schemas.openxmlformats.org/drawingml/2006/main" w="9525">
            <a:solidFill>
              <a:srgbClr val="ACA39A"/>
            </a:solidFill>
            <a:prstDash val="solid"/>
          </a:ln>
        </p:spPr>
      </p:sp>
      <p:sp>
        <p:nvSpPr>
          <p:cNvPr id="18" name="">
            <a:extLst xmlns:a="http://schemas.openxmlformats.org/drawingml/2006/main">
              <a:ext uri="{FF2B5EF4-FFF2-40B4-BE49-F238E27FC236}">
                <a16:creationId xmlns:a16="http://schemas.microsoft.com/office/drawing/2014/main" id="{3F3E722B-E8A6-4B33-A70F-C9CCE712279C}"/>
              </a:ext>
            </a:extLst>
          </p:cNvPr>
          <p:cNvSpPr>
            <a:spLocks xmlns:a="http://schemas.openxmlformats.org/drawingml/2006/main" noGrp="1"/>
          </p:cNvSpPr>
          <p:nvPr/>
        </p:nvSpPr>
        <p:spPr>
          <a:xfrm xmlns:a="http://schemas.openxmlformats.org/drawingml/2006/main">
            <a:off x="1162050" y="4705350"/>
            <a:ext cx="2524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350" b="1">
                <a:solidFill>
                  <a:srgbClr val="373130"/>
                </a:solidFill>
                <a:latin typeface="Public Sans"/>
                <a:ea typeface="Public Sans"/>
                <a:cs typeface="Public Sans"/>
              </a:defRPr>
            </a:pPr>
            <a:r>
              <a:rPr sz="1350" b="1">
                <a:solidFill>
                  <a:srgbClr val="373130"/>
                </a:solidFill>
                <a:latin typeface="Public Sans"/>
                <a:ea typeface="Public Sans"/>
                <a:cs typeface="Public Sans"/>
              </a:rPr>
              <a:t>Service Delivery</a:t>
            </a:r>
          </a:p>
        </p:txBody>
      </p:sp>
      <p:sp>
        <p:nvSpPr>
          <p:cNvPr id="19" name="">
            <a:extLst xmlns:a="http://schemas.openxmlformats.org/drawingml/2006/main">
              <a:ext uri="{FF2B5EF4-FFF2-40B4-BE49-F238E27FC236}">
                <a16:creationId xmlns:a16="http://schemas.microsoft.com/office/drawing/2014/main" id="{A8EB128F-7D2B-46CB-A836-7C9F36FF0F24}"/>
              </a:ext>
            </a:extLst>
          </p:cNvPr>
          <p:cNvSpPr>
            <a:spLocks xmlns:a="http://schemas.openxmlformats.org/drawingml/2006/main" noGrp="1"/>
          </p:cNvSpPr>
          <p:nvPr/>
        </p:nvSpPr>
        <p:spPr>
          <a:xfrm xmlns:a="http://schemas.openxmlformats.org/drawingml/2006/main">
            <a:off x="3781425" y="4819650"/>
            <a:ext cx="2943225" cy="190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990D971-F125-4E79-B38A-3E3817770DE9}"/>
              </a:ext>
            </a:extLst>
          </p:cNvPr>
          <p:cNvSpPr>
            <a:spLocks xmlns:a="http://schemas.openxmlformats.org/drawingml/2006/main" noGrp="1"/>
          </p:cNvSpPr>
          <p:nvPr/>
        </p:nvSpPr>
        <p:spPr>
          <a:xfrm xmlns:a="http://schemas.openxmlformats.org/drawingml/2006/main">
            <a:off x="1066800" y="5629275"/>
            <a:ext cx="2714625" cy="552450"/>
          </a:xfrm>
          <a:prstGeom xmlns:a="http://schemas.openxmlformats.org/drawingml/2006/main" prst="rect">
            <a:avLst/>
          </a:prstGeom>
          <a:solidFill xmlns:a="http://schemas.openxmlformats.org/drawingml/2006/main">
            <a:srgbClr val="ECE7DE"/>
          </a:solidFill>
          <a:ln xmlns:a="http://schemas.openxmlformats.org/drawingml/2006/main" w="9525">
            <a:solidFill>
              <a:srgbClr val="ACA39A"/>
            </a:solidFill>
            <a:prstDash val="solid"/>
          </a:ln>
        </p:spPr>
      </p:sp>
      <p:sp>
        <p:nvSpPr>
          <p:cNvPr id="21" name="">
            <a:extLst xmlns:a="http://schemas.openxmlformats.org/drawingml/2006/main">
              <a:ext uri="{FF2B5EF4-FFF2-40B4-BE49-F238E27FC236}">
                <a16:creationId xmlns:a16="http://schemas.microsoft.com/office/drawing/2014/main" id="{33969517-D437-4D21-947B-E35350658D63}"/>
              </a:ext>
            </a:extLst>
          </p:cNvPr>
          <p:cNvSpPr>
            <a:spLocks xmlns:a="http://schemas.openxmlformats.org/drawingml/2006/main" noGrp="1"/>
          </p:cNvSpPr>
          <p:nvPr/>
        </p:nvSpPr>
        <p:spPr>
          <a:xfrm xmlns:a="http://schemas.openxmlformats.org/drawingml/2006/main">
            <a:off x="1162050" y="5781675"/>
            <a:ext cx="2524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350" b="1">
                <a:solidFill>
                  <a:srgbClr val="373130"/>
                </a:solidFill>
                <a:latin typeface="Public Sans"/>
                <a:ea typeface="Public Sans"/>
                <a:cs typeface="Public Sans"/>
              </a:defRPr>
            </a:pPr>
            <a:r>
              <a:rPr sz="1350" b="1">
                <a:solidFill>
                  <a:srgbClr val="373130"/>
                </a:solidFill>
                <a:latin typeface="Public Sans"/>
                <a:ea typeface="Public Sans"/>
                <a:cs typeface="Public Sans"/>
              </a:rPr>
              <a:t>Administrateur</a:t>
            </a:r>
          </a:p>
        </p:txBody>
      </p:sp>
      <p:sp>
        <p:nvSpPr>
          <p:cNvPr id="22" name="">
            <a:extLst xmlns:a="http://schemas.openxmlformats.org/drawingml/2006/main">
              <a:ext uri="{FF2B5EF4-FFF2-40B4-BE49-F238E27FC236}">
                <a16:creationId xmlns:a16="http://schemas.microsoft.com/office/drawing/2014/main" id="{3A163328-5FB3-45BC-B487-E79A40E2C9F2}"/>
              </a:ext>
            </a:extLst>
          </p:cNvPr>
          <p:cNvSpPr>
            <a:spLocks xmlns:a="http://schemas.openxmlformats.org/drawingml/2006/main" noGrp="1"/>
          </p:cNvSpPr>
          <p:nvPr/>
        </p:nvSpPr>
        <p:spPr>
          <a:xfrm xmlns:a="http://schemas.openxmlformats.org/drawingml/2006/main">
            <a:off x="3781425" y="5895975"/>
            <a:ext cx="2943225" cy="190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3E8A7436-A136-475F-ABA6-94E03BD66C91}"/>
              </a:ext>
            </a:extLst>
          </p:cNvPr>
          <p:cNvSpPr>
            <a:spLocks xmlns:a="http://schemas.openxmlformats.org/drawingml/2006/main" noGrp="1"/>
          </p:cNvSpPr>
          <p:nvPr/>
        </p:nvSpPr>
        <p:spPr>
          <a:xfrm xmlns:a="http://schemas.openxmlformats.org/drawingml/2006/main">
            <a:off x="12668250" y="3476625"/>
            <a:ext cx="2714625" cy="552450"/>
          </a:xfrm>
          <a:prstGeom xmlns:a="http://schemas.openxmlformats.org/drawingml/2006/main" prst="rect">
            <a:avLst/>
          </a:prstGeom>
          <a:solidFill xmlns:a="http://schemas.openxmlformats.org/drawingml/2006/main">
            <a:srgbClr val="ECE7DE"/>
          </a:solidFill>
          <a:ln xmlns:a="http://schemas.openxmlformats.org/drawingml/2006/main" w="9525">
            <a:solidFill>
              <a:srgbClr val="ACA39A"/>
            </a:solidFill>
            <a:prstDash val="solid"/>
          </a:ln>
        </p:spPr>
      </p:sp>
      <p:sp>
        <p:nvSpPr>
          <p:cNvPr id="24" name="">
            <a:extLst xmlns:a="http://schemas.openxmlformats.org/drawingml/2006/main">
              <a:ext uri="{FF2B5EF4-FFF2-40B4-BE49-F238E27FC236}">
                <a16:creationId xmlns:a16="http://schemas.microsoft.com/office/drawing/2014/main" id="{872CB1C6-96C9-4B0B-A458-F046D7059342}"/>
              </a:ext>
            </a:extLst>
          </p:cNvPr>
          <p:cNvSpPr>
            <a:spLocks xmlns:a="http://schemas.openxmlformats.org/drawingml/2006/main" noGrp="1"/>
          </p:cNvSpPr>
          <p:nvPr/>
        </p:nvSpPr>
        <p:spPr>
          <a:xfrm xmlns:a="http://schemas.openxmlformats.org/drawingml/2006/main">
            <a:off x="12763500" y="3629025"/>
            <a:ext cx="2524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350" b="1">
                <a:solidFill>
                  <a:srgbClr val="373130"/>
                </a:solidFill>
                <a:latin typeface="Public Sans"/>
                <a:ea typeface="Public Sans"/>
                <a:cs typeface="Public Sans"/>
              </a:defRPr>
            </a:pPr>
            <a:r>
              <a:rPr sz="1350" b="1">
                <a:solidFill>
                  <a:srgbClr val="373130"/>
                </a:solidFill>
                <a:latin typeface="Public Sans"/>
                <a:ea typeface="Public Sans"/>
                <a:cs typeface="Public Sans"/>
              </a:rPr>
              <a:t>Manager</a:t>
            </a:r>
          </a:p>
        </p:txBody>
      </p:sp>
      <p:sp>
        <p:nvSpPr>
          <p:cNvPr id="25" name="">
            <a:extLst xmlns:a="http://schemas.openxmlformats.org/drawingml/2006/main">
              <a:ext uri="{FF2B5EF4-FFF2-40B4-BE49-F238E27FC236}">
                <a16:creationId xmlns:a16="http://schemas.microsoft.com/office/drawing/2014/main" id="{D886E0BD-9EFB-49ED-AE9E-3E18D2DD848C}"/>
              </a:ext>
            </a:extLst>
          </p:cNvPr>
          <p:cNvSpPr>
            <a:spLocks xmlns:a="http://schemas.openxmlformats.org/drawingml/2006/main" noGrp="1"/>
          </p:cNvSpPr>
          <p:nvPr/>
        </p:nvSpPr>
        <p:spPr>
          <a:xfrm xmlns:a="http://schemas.openxmlformats.org/drawingml/2006/main">
            <a:off x="11334750" y="3743325"/>
            <a:ext cx="1333500" cy="190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72BEAFCF-EB72-4E5E-BD53-FC68928EA333}"/>
              </a:ext>
            </a:extLst>
          </p:cNvPr>
          <p:cNvSpPr>
            <a:spLocks xmlns:a="http://schemas.openxmlformats.org/drawingml/2006/main" noGrp="1"/>
          </p:cNvSpPr>
          <p:nvPr/>
        </p:nvSpPr>
        <p:spPr>
          <a:xfrm xmlns:a="http://schemas.openxmlformats.org/drawingml/2006/main">
            <a:off x="12858750" y="4552950"/>
            <a:ext cx="2714625" cy="552450"/>
          </a:xfrm>
          <a:prstGeom xmlns:a="http://schemas.openxmlformats.org/drawingml/2006/main" prst="rect">
            <a:avLst/>
          </a:prstGeom>
          <a:solidFill xmlns:a="http://schemas.openxmlformats.org/drawingml/2006/main">
            <a:srgbClr val="ECE7DE"/>
          </a:solidFill>
          <a:ln xmlns:a="http://schemas.openxmlformats.org/drawingml/2006/main" w="9525">
            <a:solidFill>
              <a:srgbClr val="ACA39A"/>
            </a:solidFill>
            <a:prstDash val="solid"/>
          </a:ln>
        </p:spPr>
      </p:sp>
      <p:sp>
        <p:nvSpPr>
          <p:cNvPr id="27" name="">
            <a:extLst xmlns:a="http://schemas.openxmlformats.org/drawingml/2006/main">
              <a:ext uri="{FF2B5EF4-FFF2-40B4-BE49-F238E27FC236}">
                <a16:creationId xmlns:a16="http://schemas.microsoft.com/office/drawing/2014/main" id="{FEC5F25A-8972-436E-A09F-3EFE376FD874}"/>
              </a:ext>
            </a:extLst>
          </p:cNvPr>
          <p:cNvSpPr>
            <a:spLocks xmlns:a="http://schemas.openxmlformats.org/drawingml/2006/main" noGrp="1"/>
          </p:cNvSpPr>
          <p:nvPr/>
        </p:nvSpPr>
        <p:spPr>
          <a:xfrm xmlns:a="http://schemas.openxmlformats.org/drawingml/2006/main">
            <a:off x="12954000" y="4705350"/>
            <a:ext cx="2524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350" b="1">
                <a:solidFill>
                  <a:srgbClr val="373130"/>
                </a:solidFill>
                <a:latin typeface="Public Sans"/>
                <a:ea typeface="Public Sans"/>
                <a:cs typeface="Public Sans"/>
              </a:defRPr>
            </a:pPr>
            <a:r>
              <a:rPr sz="1350" b="1">
                <a:solidFill>
                  <a:srgbClr val="373130"/>
                </a:solidFill>
                <a:latin typeface="Public Sans"/>
                <a:ea typeface="Public Sans"/>
                <a:cs typeface="Public Sans"/>
              </a:rPr>
              <a:t>Équipe IT</a:t>
            </a:r>
          </a:p>
        </p:txBody>
      </p:sp>
      <p:sp>
        <p:nvSpPr>
          <p:cNvPr id="28" name="">
            <a:extLst xmlns:a="http://schemas.openxmlformats.org/drawingml/2006/main">
              <a:ext uri="{FF2B5EF4-FFF2-40B4-BE49-F238E27FC236}">
                <a16:creationId xmlns:a16="http://schemas.microsoft.com/office/drawing/2014/main" id="{A921A10C-72EB-4B9E-8DE1-511D20FA1A7E}"/>
              </a:ext>
            </a:extLst>
          </p:cNvPr>
          <p:cNvSpPr>
            <a:spLocks xmlns:a="http://schemas.openxmlformats.org/drawingml/2006/main" noGrp="1"/>
          </p:cNvSpPr>
          <p:nvPr/>
        </p:nvSpPr>
        <p:spPr>
          <a:xfrm xmlns:a="http://schemas.openxmlformats.org/drawingml/2006/main">
            <a:off x="11334750" y="4819650"/>
            <a:ext cx="1333500" cy="190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AD2E6CF7-46AF-4309-AAFD-7E77BDF358D3}"/>
              </a:ext>
            </a:extLst>
          </p:cNvPr>
          <p:cNvSpPr>
            <a:spLocks xmlns:a="http://schemas.openxmlformats.org/drawingml/2006/main" noGrp="1"/>
          </p:cNvSpPr>
          <p:nvPr/>
        </p:nvSpPr>
        <p:spPr>
          <a:xfrm xmlns:a="http://schemas.openxmlformats.org/drawingml/2006/main">
            <a:off x="12725400" y="5629275"/>
            <a:ext cx="2714625" cy="552450"/>
          </a:xfrm>
          <a:prstGeom xmlns:a="http://schemas.openxmlformats.org/drawingml/2006/main" prst="rect">
            <a:avLst/>
          </a:prstGeom>
          <a:solidFill xmlns:a="http://schemas.openxmlformats.org/drawingml/2006/main">
            <a:srgbClr val="ECE7DE"/>
          </a:solidFill>
          <a:ln xmlns:a="http://schemas.openxmlformats.org/drawingml/2006/main" w="9525">
            <a:solidFill>
              <a:srgbClr val="ACA39A"/>
            </a:solidFill>
            <a:prstDash val="solid"/>
          </a:ln>
        </p:spPr>
      </p:sp>
      <p:sp>
        <p:nvSpPr>
          <p:cNvPr id="30" name="">
            <a:extLst xmlns:a="http://schemas.openxmlformats.org/drawingml/2006/main">
              <a:ext uri="{FF2B5EF4-FFF2-40B4-BE49-F238E27FC236}">
                <a16:creationId xmlns:a16="http://schemas.microsoft.com/office/drawing/2014/main" id="{FCCE272F-7B34-4CC2-B538-6ECD099BBAAC}"/>
              </a:ext>
            </a:extLst>
          </p:cNvPr>
          <p:cNvSpPr>
            <a:spLocks xmlns:a="http://schemas.openxmlformats.org/drawingml/2006/main" noGrp="1"/>
          </p:cNvSpPr>
          <p:nvPr/>
        </p:nvSpPr>
        <p:spPr>
          <a:xfrm xmlns:a="http://schemas.openxmlformats.org/drawingml/2006/main">
            <a:off x="12820650" y="5781675"/>
            <a:ext cx="2524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350" b="1">
                <a:solidFill>
                  <a:srgbClr val="373130"/>
                </a:solidFill>
                <a:latin typeface="Public Sans"/>
                <a:ea typeface="Public Sans"/>
                <a:cs typeface="Public Sans"/>
              </a:defRPr>
            </a:pPr>
            <a:r>
              <a:rPr sz="1350" b="1">
                <a:solidFill>
                  <a:srgbClr val="373130"/>
                </a:solidFill>
                <a:latin typeface="Public Sans"/>
                <a:ea typeface="Public Sans"/>
                <a:cs typeface="Public Sans"/>
              </a:rPr>
              <a:t>Équipe PKI</a:t>
            </a:r>
          </a:p>
        </p:txBody>
      </p:sp>
      <p:sp>
        <p:nvSpPr>
          <p:cNvPr id="31" name="">
            <a:extLst xmlns:a="http://schemas.openxmlformats.org/drawingml/2006/main">
              <a:ext uri="{FF2B5EF4-FFF2-40B4-BE49-F238E27FC236}">
                <a16:creationId xmlns:a16="http://schemas.microsoft.com/office/drawing/2014/main" id="{F1335E77-01AA-40F9-B6BF-4630195C27D7}"/>
              </a:ext>
            </a:extLst>
          </p:cNvPr>
          <p:cNvSpPr>
            <a:spLocks xmlns:a="http://schemas.openxmlformats.org/drawingml/2006/main" noGrp="1"/>
          </p:cNvSpPr>
          <p:nvPr/>
        </p:nvSpPr>
        <p:spPr>
          <a:xfrm xmlns:a="http://schemas.openxmlformats.org/drawingml/2006/main">
            <a:off x="11334750" y="5895975"/>
            <a:ext cx="1333500" cy="190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470453755"/>
      </p:ext>
    </p:extLst>
  </p:cSld>
</p:sld>
</file>

<file path=ppt/slides/slide11.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51B455B0-2FC9-4DF4-9AE9-CBAFF23BF46C}"/>
              </a:ext>
            </a:extLst>
          </p:cNvPr>
          <p:cNvSpPr>
            <a:spLocks xmlns:a="http://schemas.openxmlformats.org/drawingml/2006/main" noGrp="1"/>
          </p:cNvSpPr>
          <p:nvPr/>
        </p:nvSpPr>
        <p:spPr>
          <a:xfrm xmlns:a="http://schemas.openxmlformats.org/drawingml/2006/main" rot="0">
            <a:off x="1287288" y="1266825"/>
            <a:ext cx="11755373" cy="1164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8583"/>
              </a:lnSpc>
              <a:buAutoNum type="arabicPeriod" startAt="1"/>
            </a:pPr>
            <a:r>
              <a:rPr sz="9229" b="1" i="1">
                <a:solidFill>
                  <a:srgbClr val="373132"/>
                </a:solidFill>
                <a:latin typeface="Playfair Display Bold Italics"/>
                <a:ea typeface="Playfair Display Bold Italics"/>
                <a:cs typeface="Playfair Display Bold Italics"/>
              </a:rPr>
              <a:t>SÉQUENCE</a:t>
            </a:r>
          </a:p>
        </p:txBody>
      </p:sp>
      <p:sp>
        <p:nvSpPr>
          <p:cNvPr id="3" name="TextBox 3">
            <a:extLst xmlns:a="http://schemas.openxmlformats.org/drawingml/2006/main">
              <a:ext uri="{FF2B5EF4-FFF2-40B4-BE49-F238E27FC236}">
                <a16:creationId xmlns:a16="http://schemas.microsoft.com/office/drawing/2014/main" id="{00D38BFC-3DFD-444A-B51D-C005BAB0476A}"/>
              </a:ext>
            </a:extLst>
          </p:cNvPr>
          <p:cNvSpPr>
            <a:spLocks xmlns:a="http://schemas.openxmlformats.org/drawingml/2006/main" noGrp="1"/>
          </p:cNvSpPr>
          <p:nvPr/>
        </p:nvSpPr>
        <p:spPr>
          <a:xfrm xmlns:a="http://schemas.openxmlformats.org/drawingml/2006/main" rot="0">
            <a:off x="8946614" y="6770822"/>
            <a:ext cx="8312686" cy="24874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Exemple : création puis affectation d'un ticket; l'état est enregistré et rendu visible au service concerné.</a:t>
            </a:r>
          </a:p>
        </p:txBody>
      </p:sp>
      <p:sp>
        <p:nvSpPr>
          <p:cNvPr id="4" name="">
            <a:extLst xmlns:a="http://schemas.openxmlformats.org/drawingml/2006/main">
              <a:ext uri="{FF2B5EF4-FFF2-40B4-BE49-F238E27FC236}">
                <a16:creationId xmlns:a16="http://schemas.microsoft.com/office/drawing/2014/main" id="{F754C6BB-F117-4C3E-AFAB-BAD8BC68E9C1}"/>
              </a:ext>
            </a:extLst>
          </p:cNvPr>
          <p:cNvSpPr>
            <a:spLocks xmlns:a="http://schemas.openxmlformats.org/drawingml/2006/main" noGrp="1"/>
          </p:cNvSpPr>
          <p:nvPr/>
        </p:nvSpPr>
        <p:spPr>
          <a:xfrm xmlns:a="http://schemas.openxmlformats.org/drawingml/2006/main">
            <a:off x="1190625" y="3143250"/>
            <a:ext cx="2190750" cy="4572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5" name="">
            <a:extLst xmlns:a="http://schemas.openxmlformats.org/drawingml/2006/main">
              <a:ext uri="{FF2B5EF4-FFF2-40B4-BE49-F238E27FC236}">
                <a16:creationId xmlns:a16="http://schemas.microsoft.com/office/drawing/2014/main" id="{A1732557-3E24-40FC-A81C-997BA07C9FE3}"/>
              </a:ext>
            </a:extLst>
          </p:cNvPr>
          <p:cNvSpPr>
            <a:spLocks xmlns:a="http://schemas.openxmlformats.org/drawingml/2006/main" noGrp="1"/>
          </p:cNvSpPr>
          <p:nvPr/>
        </p:nvSpPr>
        <p:spPr>
          <a:xfrm xmlns:a="http://schemas.openxmlformats.org/drawingml/2006/main">
            <a:off x="1266825" y="3257550"/>
            <a:ext cx="20383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Utilisateur</a:t>
            </a:r>
          </a:p>
        </p:txBody>
      </p:sp>
      <p:sp>
        <p:nvSpPr>
          <p:cNvPr id="6" name="">
            <a:extLst xmlns:a="http://schemas.openxmlformats.org/drawingml/2006/main">
              <a:ext uri="{FF2B5EF4-FFF2-40B4-BE49-F238E27FC236}">
                <a16:creationId xmlns:a16="http://schemas.microsoft.com/office/drawing/2014/main" id="{47F5240C-49BE-4D9E-9E55-DE8377D80660}"/>
              </a:ext>
            </a:extLst>
          </p:cNvPr>
          <p:cNvSpPr>
            <a:spLocks xmlns:a="http://schemas.openxmlformats.org/drawingml/2006/main" noGrp="1"/>
          </p:cNvSpPr>
          <p:nvPr/>
        </p:nvSpPr>
        <p:spPr>
          <a:xfrm xmlns:a="http://schemas.openxmlformats.org/drawingml/2006/main">
            <a:off x="2276475" y="3600450"/>
            <a:ext cx="19050" cy="3409950"/>
          </a:xfrm>
          <a:prstGeom xmlns:a="http://schemas.openxmlformats.org/drawingml/2006/main" prst="rect">
            <a:avLst/>
          </a:prstGeom>
          <a:solidFill xmlns:a="http://schemas.openxmlformats.org/drawingml/2006/main">
            <a:srgbClr val="9D958D"/>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D57381D-807C-49C9-9581-4908CB1E2635}"/>
              </a:ext>
            </a:extLst>
          </p:cNvPr>
          <p:cNvSpPr>
            <a:spLocks xmlns:a="http://schemas.openxmlformats.org/drawingml/2006/main" noGrp="1"/>
          </p:cNvSpPr>
          <p:nvPr/>
        </p:nvSpPr>
        <p:spPr>
          <a:xfrm xmlns:a="http://schemas.openxmlformats.org/drawingml/2006/main">
            <a:off x="4381500" y="3143250"/>
            <a:ext cx="2190750" cy="4572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8" name="">
            <a:extLst xmlns:a="http://schemas.openxmlformats.org/drawingml/2006/main">
              <a:ext uri="{FF2B5EF4-FFF2-40B4-BE49-F238E27FC236}">
                <a16:creationId xmlns:a16="http://schemas.microsoft.com/office/drawing/2014/main" id="{567753FC-6AE1-433C-9438-09AB8A04EAE3}"/>
              </a:ext>
            </a:extLst>
          </p:cNvPr>
          <p:cNvSpPr>
            <a:spLocks xmlns:a="http://schemas.openxmlformats.org/drawingml/2006/main" noGrp="1"/>
          </p:cNvSpPr>
          <p:nvPr/>
        </p:nvSpPr>
        <p:spPr>
          <a:xfrm xmlns:a="http://schemas.openxmlformats.org/drawingml/2006/main">
            <a:off x="4457700" y="3257550"/>
            <a:ext cx="20383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Frontend</a:t>
            </a:r>
          </a:p>
        </p:txBody>
      </p:sp>
      <p:sp>
        <p:nvSpPr>
          <p:cNvPr id="9" name="">
            <a:extLst xmlns:a="http://schemas.openxmlformats.org/drawingml/2006/main">
              <a:ext uri="{FF2B5EF4-FFF2-40B4-BE49-F238E27FC236}">
                <a16:creationId xmlns:a16="http://schemas.microsoft.com/office/drawing/2014/main" id="{1992C771-4F27-4441-B5ED-770DAE29EDCB}"/>
              </a:ext>
            </a:extLst>
          </p:cNvPr>
          <p:cNvSpPr>
            <a:spLocks xmlns:a="http://schemas.openxmlformats.org/drawingml/2006/main" noGrp="1"/>
          </p:cNvSpPr>
          <p:nvPr/>
        </p:nvSpPr>
        <p:spPr>
          <a:xfrm xmlns:a="http://schemas.openxmlformats.org/drawingml/2006/main">
            <a:off x="5467350" y="3600450"/>
            <a:ext cx="19050" cy="3409950"/>
          </a:xfrm>
          <a:prstGeom xmlns:a="http://schemas.openxmlformats.org/drawingml/2006/main" prst="rect">
            <a:avLst/>
          </a:prstGeom>
          <a:solidFill xmlns:a="http://schemas.openxmlformats.org/drawingml/2006/main">
            <a:srgbClr val="9D958D"/>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F6755D2-C773-48D0-95FA-32EA2576101E}"/>
              </a:ext>
            </a:extLst>
          </p:cNvPr>
          <p:cNvSpPr>
            <a:spLocks xmlns:a="http://schemas.openxmlformats.org/drawingml/2006/main" noGrp="1"/>
          </p:cNvSpPr>
          <p:nvPr/>
        </p:nvSpPr>
        <p:spPr>
          <a:xfrm xmlns:a="http://schemas.openxmlformats.org/drawingml/2006/main">
            <a:off x="7572375" y="3143250"/>
            <a:ext cx="2190750" cy="4572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11" name="">
            <a:extLst xmlns:a="http://schemas.openxmlformats.org/drawingml/2006/main">
              <a:ext uri="{FF2B5EF4-FFF2-40B4-BE49-F238E27FC236}">
                <a16:creationId xmlns:a16="http://schemas.microsoft.com/office/drawing/2014/main" id="{7687E3A0-D6E5-435D-A601-782795207A80}"/>
              </a:ext>
            </a:extLst>
          </p:cNvPr>
          <p:cNvSpPr>
            <a:spLocks xmlns:a="http://schemas.openxmlformats.org/drawingml/2006/main" noGrp="1"/>
          </p:cNvSpPr>
          <p:nvPr/>
        </p:nvSpPr>
        <p:spPr>
          <a:xfrm xmlns:a="http://schemas.openxmlformats.org/drawingml/2006/main">
            <a:off x="7648575" y="3257550"/>
            <a:ext cx="20383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API Backend</a:t>
            </a:r>
          </a:p>
        </p:txBody>
      </p:sp>
      <p:sp>
        <p:nvSpPr>
          <p:cNvPr id="12" name="">
            <a:extLst xmlns:a="http://schemas.openxmlformats.org/drawingml/2006/main">
              <a:ext uri="{FF2B5EF4-FFF2-40B4-BE49-F238E27FC236}">
                <a16:creationId xmlns:a16="http://schemas.microsoft.com/office/drawing/2014/main" id="{A211CD9E-5878-408A-BA2B-923B8492E9CA}"/>
              </a:ext>
            </a:extLst>
          </p:cNvPr>
          <p:cNvSpPr>
            <a:spLocks xmlns:a="http://schemas.openxmlformats.org/drawingml/2006/main" noGrp="1"/>
          </p:cNvSpPr>
          <p:nvPr/>
        </p:nvSpPr>
        <p:spPr>
          <a:xfrm xmlns:a="http://schemas.openxmlformats.org/drawingml/2006/main">
            <a:off x="8658225" y="3600450"/>
            <a:ext cx="19050" cy="3409950"/>
          </a:xfrm>
          <a:prstGeom xmlns:a="http://schemas.openxmlformats.org/drawingml/2006/main" prst="rect">
            <a:avLst/>
          </a:prstGeom>
          <a:solidFill xmlns:a="http://schemas.openxmlformats.org/drawingml/2006/main">
            <a:srgbClr val="9D958D"/>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A1D23C9-BFA6-4DF9-9BE7-46F800EB47E0}"/>
              </a:ext>
            </a:extLst>
          </p:cNvPr>
          <p:cNvSpPr>
            <a:spLocks xmlns:a="http://schemas.openxmlformats.org/drawingml/2006/main" noGrp="1"/>
          </p:cNvSpPr>
          <p:nvPr/>
        </p:nvSpPr>
        <p:spPr>
          <a:xfrm xmlns:a="http://schemas.openxmlformats.org/drawingml/2006/main">
            <a:off x="10763250" y="3143250"/>
            <a:ext cx="2190750" cy="4572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14" name="">
            <a:extLst xmlns:a="http://schemas.openxmlformats.org/drawingml/2006/main">
              <a:ext uri="{FF2B5EF4-FFF2-40B4-BE49-F238E27FC236}">
                <a16:creationId xmlns:a16="http://schemas.microsoft.com/office/drawing/2014/main" id="{6C93674E-C04F-47D6-A3FE-4C9866AB423F}"/>
              </a:ext>
            </a:extLst>
          </p:cNvPr>
          <p:cNvSpPr>
            <a:spLocks xmlns:a="http://schemas.openxmlformats.org/drawingml/2006/main" noGrp="1"/>
          </p:cNvSpPr>
          <p:nvPr/>
        </p:nvSpPr>
        <p:spPr>
          <a:xfrm xmlns:a="http://schemas.openxmlformats.org/drawingml/2006/main">
            <a:off x="10839450" y="3257550"/>
            <a:ext cx="20383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MySQL</a:t>
            </a:r>
          </a:p>
        </p:txBody>
      </p:sp>
      <p:sp>
        <p:nvSpPr>
          <p:cNvPr id="15" name="">
            <a:extLst xmlns:a="http://schemas.openxmlformats.org/drawingml/2006/main">
              <a:ext uri="{FF2B5EF4-FFF2-40B4-BE49-F238E27FC236}">
                <a16:creationId xmlns:a16="http://schemas.microsoft.com/office/drawing/2014/main" id="{C6101F77-6811-4E6A-A8AC-E69796BC5B7F}"/>
              </a:ext>
            </a:extLst>
          </p:cNvPr>
          <p:cNvSpPr>
            <a:spLocks xmlns:a="http://schemas.openxmlformats.org/drawingml/2006/main" noGrp="1"/>
          </p:cNvSpPr>
          <p:nvPr/>
        </p:nvSpPr>
        <p:spPr>
          <a:xfrm xmlns:a="http://schemas.openxmlformats.org/drawingml/2006/main">
            <a:off x="11849100" y="3600450"/>
            <a:ext cx="19050" cy="3409950"/>
          </a:xfrm>
          <a:prstGeom xmlns:a="http://schemas.openxmlformats.org/drawingml/2006/main" prst="rect">
            <a:avLst/>
          </a:prstGeom>
          <a:solidFill xmlns:a="http://schemas.openxmlformats.org/drawingml/2006/main">
            <a:srgbClr val="9D958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A4CC8ED-449D-492F-9213-008F648FF965}"/>
              </a:ext>
            </a:extLst>
          </p:cNvPr>
          <p:cNvSpPr>
            <a:spLocks xmlns:a="http://schemas.openxmlformats.org/drawingml/2006/main" noGrp="1"/>
          </p:cNvSpPr>
          <p:nvPr/>
        </p:nvSpPr>
        <p:spPr>
          <a:xfrm xmlns:a="http://schemas.openxmlformats.org/drawingml/2006/main">
            <a:off x="13954125" y="3143250"/>
            <a:ext cx="2190750" cy="4572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17" name="">
            <a:extLst xmlns:a="http://schemas.openxmlformats.org/drawingml/2006/main">
              <a:ext uri="{FF2B5EF4-FFF2-40B4-BE49-F238E27FC236}">
                <a16:creationId xmlns:a16="http://schemas.microsoft.com/office/drawing/2014/main" id="{511B2915-BC63-4C90-A5A9-B918CDBA6343}"/>
              </a:ext>
            </a:extLst>
          </p:cNvPr>
          <p:cNvSpPr>
            <a:spLocks xmlns:a="http://schemas.openxmlformats.org/drawingml/2006/main" noGrp="1"/>
          </p:cNvSpPr>
          <p:nvPr/>
        </p:nvSpPr>
        <p:spPr>
          <a:xfrm xmlns:a="http://schemas.openxmlformats.org/drawingml/2006/main">
            <a:off x="14030325" y="3257550"/>
            <a:ext cx="2038350" cy="257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Service</a:t>
            </a:r>
          </a:p>
        </p:txBody>
      </p:sp>
      <p:sp>
        <p:nvSpPr>
          <p:cNvPr id="18" name="">
            <a:extLst xmlns:a="http://schemas.openxmlformats.org/drawingml/2006/main">
              <a:ext uri="{FF2B5EF4-FFF2-40B4-BE49-F238E27FC236}">
                <a16:creationId xmlns:a16="http://schemas.microsoft.com/office/drawing/2014/main" id="{42BCB380-3951-4F3D-9EEF-DC9868BAB966}"/>
              </a:ext>
            </a:extLst>
          </p:cNvPr>
          <p:cNvSpPr>
            <a:spLocks xmlns:a="http://schemas.openxmlformats.org/drawingml/2006/main" noGrp="1"/>
          </p:cNvSpPr>
          <p:nvPr/>
        </p:nvSpPr>
        <p:spPr>
          <a:xfrm xmlns:a="http://schemas.openxmlformats.org/drawingml/2006/main">
            <a:off x="15039975" y="3600450"/>
            <a:ext cx="19050" cy="3409950"/>
          </a:xfrm>
          <a:prstGeom xmlns:a="http://schemas.openxmlformats.org/drawingml/2006/main" prst="rect">
            <a:avLst/>
          </a:prstGeom>
          <a:solidFill xmlns:a="http://schemas.openxmlformats.org/drawingml/2006/main">
            <a:srgbClr val="9D958D"/>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15E0B908-DE9E-41A5-8426-E3DDC849670B}"/>
              </a:ext>
            </a:extLst>
          </p:cNvPr>
          <p:cNvSpPr>
            <a:spLocks xmlns:a="http://schemas.openxmlformats.org/drawingml/2006/main" noGrp="1"/>
          </p:cNvSpPr>
          <p:nvPr/>
        </p:nvSpPr>
        <p:spPr>
          <a:xfrm xmlns:a="http://schemas.openxmlformats.org/drawingml/2006/main">
            <a:off x="2333625" y="3905250"/>
            <a:ext cx="2047875"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7E38C4D-2263-414F-8BB9-62DE514F9458}"/>
              </a:ext>
            </a:extLst>
          </p:cNvPr>
          <p:cNvSpPr>
            <a:spLocks xmlns:a="http://schemas.openxmlformats.org/drawingml/2006/main" noGrp="1"/>
          </p:cNvSpPr>
          <p:nvPr/>
        </p:nvSpPr>
        <p:spPr>
          <a:xfrm xmlns:a="http://schemas.openxmlformats.org/drawingml/2006/main">
            <a:off x="2409825" y="3619500"/>
            <a:ext cx="18954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050" b="0">
                <a:solidFill>
                  <a:srgbClr val="373130"/>
                </a:solidFill>
                <a:latin typeface="Public Sans"/>
                <a:ea typeface="Public Sans"/>
                <a:cs typeface="Public Sans"/>
              </a:defRPr>
            </a:pPr>
            <a:r>
              <a:rPr sz="1050" b="0">
                <a:solidFill>
                  <a:srgbClr val="373130"/>
                </a:solidFill>
                <a:latin typeface="Public Sans"/>
                <a:ea typeface="Public Sans"/>
                <a:cs typeface="Public Sans"/>
              </a:rPr>
              <a:t>Saisir demande</a:t>
            </a:r>
          </a:p>
        </p:txBody>
      </p:sp>
      <p:sp>
        <p:nvSpPr>
          <p:cNvPr id="21" name="">
            <a:extLst xmlns:a="http://schemas.openxmlformats.org/drawingml/2006/main">
              <a:ext uri="{FF2B5EF4-FFF2-40B4-BE49-F238E27FC236}">
                <a16:creationId xmlns:a16="http://schemas.microsoft.com/office/drawing/2014/main" id="{CC2F1240-7AEC-4A23-9CFA-C552AE8B4563}"/>
              </a:ext>
            </a:extLst>
          </p:cNvPr>
          <p:cNvSpPr>
            <a:spLocks xmlns:a="http://schemas.openxmlformats.org/drawingml/2006/main" noGrp="1"/>
          </p:cNvSpPr>
          <p:nvPr/>
        </p:nvSpPr>
        <p:spPr>
          <a:xfrm xmlns:a="http://schemas.openxmlformats.org/drawingml/2006/main">
            <a:off x="5524500" y="4438650"/>
            <a:ext cx="2047875"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F4DBCAB-9661-4A41-8938-9EECFAF316A5}"/>
              </a:ext>
            </a:extLst>
          </p:cNvPr>
          <p:cNvSpPr>
            <a:spLocks xmlns:a="http://schemas.openxmlformats.org/drawingml/2006/main" noGrp="1"/>
          </p:cNvSpPr>
          <p:nvPr/>
        </p:nvSpPr>
        <p:spPr>
          <a:xfrm xmlns:a="http://schemas.openxmlformats.org/drawingml/2006/main">
            <a:off x="5600700" y="4152900"/>
            <a:ext cx="18954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050" b="0">
                <a:solidFill>
                  <a:srgbClr val="373130"/>
                </a:solidFill>
                <a:latin typeface="Public Sans"/>
                <a:ea typeface="Public Sans"/>
                <a:cs typeface="Public Sans"/>
              </a:defRPr>
            </a:pPr>
            <a:r>
              <a:rPr sz="1050" b="0">
                <a:solidFill>
                  <a:srgbClr val="373130"/>
                </a:solidFill>
                <a:latin typeface="Public Sans"/>
                <a:ea typeface="Public Sans"/>
                <a:cs typeface="Public Sans"/>
              </a:rPr>
              <a:t>POST /tickets</a:t>
            </a:r>
          </a:p>
        </p:txBody>
      </p:sp>
      <p:sp>
        <p:nvSpPr>
          <p:cNvPr id="23" name="">
            <a:extLst xmlns:a="http://schemas.openxmlformats.org/drawingml/2006/main">
              <a:ext uri="{FF2B5EF4-FFF2-40B4-BE49-F238E27FC236}">
                <a16:creationId xmlns:a16="http://schemas.microsoft.com/office/drawing/2014/main" id="{0C0EBEC2-6206-4464-BCA9-C4DCF0E67E8C}"/>
              </a:ext>
            </a:extLst>
          </p:cNvPr>
          <p:cNvSpPr>
            <a:spLocks xmlns:a="http://schemas.openxmlformats.org/drawingml/2006/main" noGrp="1"/>
          </p:cNvSpPr>
          <p:nvPr/>
        </p:nvSpPr>
        <p:spPr>
          <a:xfrm xmlns:a="http://schemas.openxmlformats.org/drawingml/2006/main">
            <a:off x="8715375" y="4972050"/>
            <a:ext cx="2047875"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555712E0-0918-42DE-B77D-59E98ABEE78F}"/>
              </a:ext>
            </a:extLst>
          </p:cNvPr>
          <p:cNvSpPr>
            <a:spLocks xmlns:a="http://schemas.openxmlformats.org/drawingml/2006/main" noGrp="1"/>
          </p:cNvSpPr>
          <p:nvPr/>
        </p:nvSpPr>
        <p:spPr>
          <a:xfrm xmlns:a="http://schemas.openxmlformats.org/drawingml/2006/main">
            <a:off x="8791575" y="4686300"/>
            <a:ext cx="18954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050" b="0">
                <a:solidFill>
                  <a:srgbClr val="373130"/>
                </a:solidFill>
                <a:latin typeface="Public Sans"/>
                <a:ea typeface="Public Sans"/>
                <a:cs typeface="Public Sans"/>
              </a:defRPr>
            </a:pPr>
            <a:r>
              <a:rPr sz="1050" b="0">
                <a:solidFill>
                  <a:srgbClr val="373130"/>
                </a:solidFill>
                <a:latin typeface="Public Sans"/>
                <a:ea typeface="Public Sans"/>
                <a:cs typeface="Public Sans"/>
              </a:rPr>
              <a:t>INSERT ticket</a:t>
            </a:r>
          </a:p>
        </p:txBody>
      </p:sp>
      <p:sp>
        <p:nvSpPr>
          <p:cNvPr id="25" name="">
            <a:extLst xmlns:a="http://schemas.openxmlformats.org/drawingml/2006/main">
              <a:ext uri="{FF2B5EF4-FFF2-40B4-BE49-F238E27FC236}">
                <a16:creationId xmlns:a16="http://schemas.microsoft.com/office/drawing/2014/main" id="{63C41E63-A564-4748-94C3-AA949DEC079C}"/>
              </a:ext>
            </a:extLst>
          </p:cNvPr>
          <p:cNvSpPr>
            <a:spLocks xmlns:a="http://schemas.openxmlformats.org/drawingml/2006/main" noGrp="1"/>
          </p:cNvSpPr>
          <p:nvPr/>
        </p:nvSpPr>
        <p:spPr>
          <a:xfrm xmlns:a="http://schemas.openxmlformats.org/drawingml/2006/main">
            <a:off x="8715375" y="5505450"/>
            <a:ext cx="2047875"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AF9C87DC-95DD-48D5-B114-FA78F590D884}"/>
              </a:ext>
            </a:extLst>
          </p:cNvPr>
          <p:cNvSpPr>
            <a:spLocks xmlns:a="http://schemas.openxmlformats.org/drawingml/2006/main" noGrp="1"/>
          </p:cNvSpPr>
          <p:nvPr/>
        </p:nvSpPr>
        <p:spPr>
          <a:xfrm xmlns:a="http://schemas.openxmlformats.org/drawingml/2006/main">
            <a:off x="8791575" y="5219700"/>
            <a:ext cx="18954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050" b="0">
                <a:solidFill>
                  <a:srgbClr val="373130"/>
                </a:solidFill>
                <a:latin typeface="Public Sans"/>
                <a:ea typeface="Public Sans"/>
                <a:cs typeface="Public Sans"/>
              </a:defRPr>
            </a:pPr>
            <a:r>
              <a:rPr sz="1050" b="0">
                <a:solidFill>
                  <a:srgbClr val="373130"/>
                </a:solidFill>
                <a:latin typeface="Public Sans"/>
                <a:ea typeface="Public Sans"/>
                <a:cs typeface="Public Sans"/>
              </a:rPr>
              <a:t>Ticket créé</a:t>
            </a:r>
          </a:p>
        </p:txBody>
      </p:sp>
      <p:sp>
        <p:nvSpPr>
          <p:cNvPr id="27" name="">
            <a:extLst xmlns:a="http://schemas.openxmlformats.org/drawingml/2006/main">
              <a:ext uri="{FF2B5EF4-FFF2-40B4-BE49-F238E27FC236}">
                <a16:creationId xmlns:a16="http://schemas.microsoft.com/office/drawing/2014/main" id="{A99BC424-14EC-4F6B-ADF5-89494835973D}"/>
              </a:ext>
            </a:extLst>
          </p:cNvPr>
          <p:cNvSpPr>
            <a:spLocks xmlns:a="http://schemas.openxmlformats.org/drawingml/2006/main" noGrp="1"/>
          </p:cNvSpPr>
          <p:nvPr/>
        </p:nvSpPr>
        <p:spPr>
          <a:xfrm xmlns:a="http://schemas.openxmlformats.org/drawingml/2006/main">
            <a:off x="8715375" y="6038850"/>
            <a:ext cx="5238750"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690A1BD-903E-4B00-AC69-3CFE366DF568}"/>
              </a:ext>
            </a:extLst>
          </p:cNvPr>
          <p:cNvSpPr>
            <a:spLocks xmlns:a="http://schemas.openxmlformats.org/drawingml/2006/main" noGrp="1"/>
          </p:cNvSpPr>
          <p:nvPr/>
        </p:nvSpPr>
        <p:spPr>
          <a:xfrm xmlns:a="http://schemas.openxmlformats.org/drawingml/2006/main">
            <a:off x="8791575" y="5753100"/>
            <a:ext cx="5086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050" b="0">
                <a:solidFill>
                  <a:srgbClr val="373130"/>
                </a:solidFill>
                <a:latin typeface="Public Sans"/>
                <a:ea typeface="Public Sans"/>
                <a:cs typeface="Public Sans"/>
              </a:defRPr>
            </a:pPr>
            <a:r>
              <a:rPr sz="1050" b="0">
                <a:solidFill>
                  <a:srgbClr val="373130"/>
                </a:solidFill>
                <a:latin typeface="Public Sans"/>
                <a:ea typeface="Public Sans"/>
                <a:cs typeface="Public Sans"/>
              </a:rPr>
              <a:t>Affecter IT / PKI</a:t>
            </a:r>
          </a:p>
        </p:txBody>
      </p:sp>
      <p:sp>
        <p:nvSpPr>
          <p:cNvPr id="29" name="">
            <a:extLst xmlns:a="http://schemas.openxmlformats.org/drawingml/2006/main">
              <a:ext uri="{FF2B5EF4-FFF2-40B4-BE49-F238E27FC236}">
                <a16:creationId xmlns:a16="http://schemas.microsoft.com/office/drawing/2014/main" id="{A9D4A13E-B6B3-4035-8189-E7767E49349A}"/>
              </a:ext>
            </a:extLst>
          </p:cNvPr>
          <p:cNvSpPr>
            <a:spLocks xmlns:a="http://schemas.openxmlformats.org/drawingml/2006/main" noGrp="1"/>
          </p:cNvSpPr>
          <p:nvPr/>
        </p:nvSpPr>
        <p:spPr>
          <a:xfrm xmlns:a="http://schemas.openxmlformats.org/drawingml/2006/main">
            <a:off x="5524500" y="6572250"/>
            <a:ext cx="8429625" cy="19050"/>
          </a:xfrm>
          <a:prstGeom xmlns:a="http://schemas.openxmlformats.org/drawingml/2006/main" prst="rect">
            <a:avLst/>
          </a:prstGeom>
          <a:solidFill xmlns:a="http://schemas.openxmlformats.org/drawingml/2006/main">
            <a:srgbClr val="554E4A"/>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34D8143-0D89-4A97-B29B-AFC77880FC8B}"/>
              </a:ext>
            </a:extLst>
          </p:cNvPr>
          <p:cNvSpPr>
            <a:spLocks xmlns:a="http://schemas.openxmlformats.org/drawingml/2006/main" noGrp="1"/>
          </p:cNvSpPr>
          <p:nvPr/>
        </p:nvSpPr>
        <p:spPr>
          <a:xfrm xmlns:a="http://schemas.openxmlformats.org/drawingml/2006/main">
            <a:off x="5600700" y="6286500"/>
            <a:ext cx="827722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050" b="0">
                <a:solidFill>
                  <a:srgbClr val="373130"/>
                </a:solidFill>
                <a:latin typeface="Public Sans"/>
                <a:ea typeface="Public Sans"/>
                <a:cs typeface="Public Sans"/>
              </a:defRPr>
            </a:pPr>
            <a:r>
              <a:rPr sz="1050" b="0">
                <a:solidFill>
                  <a:srgbClr val="373130"/>
                </a:solidFill>
                <a:latin typeface="Public Sans"/>
                <a:ea typeface="Public Sans"/>
                <a:cs typeface="Public Sans"/>
              </a:rPr>
              <a:t>Statut mis à jour</a:t>
            </a:r>
          </a:p>
        </p:txBody>
      </p:sp>
    </p:spTree>
    <p:extLst>
      <p:ext uri="{BB962C8B-B14F-4D97-AF65-F5344CB8AC3E}">
        <p14:creationId xmlns:p14="http://schemas.microsoft.com/office/powerpoint/2010/main" val="1470453755"/>
      </p:ext>
    </p:extLst>
  </p:cSld>
</p:sld>
</file>

<file path=ppt/slides/slide12.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51B455B0-2FC9-4DF4-9AE9-CBAFF23BF46C}"/>
              </a:ext>
            </a:extLst>
          </p:cNvPr>
          <p:cNvSpPr>
            <a:spLocks xmlns:a="http://schemas.openxmlformats.org/drawingml/2006/main" noGrp="1"/>
          </p:cNvSpPr>
          <p:nvPr/>
        </p:nvSpPr>
        <p:spPr>
          <a:xfrm xmlns:a="http://schemas.openxmlformats.org/drawingml/2006/main" rot="0">
            <a:off x="1287288" y="1266825"/>
            <a:ext cx="11755373" cy="1164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8583"/>
              </a:lnSpc>
              <a:buAutoNum type="arabicPeriod" startAt="1"/>
            </a:pPr>
            <a:r>
              <a:rPr sz="9229" b="1" i="1">
                <a:solidFill>
                  <a:srgbClr val="373132"/>
                </a:solidFill>
                <a:latin typeface="Playfair Display Bold Italics"/>
                <a:ea typeface="Playfair Display Bold Italics"/>
                <a:cs typeface="Playfair Display Bold Italics"/>
              </a:rPr>
              <a:t>CLASSES</a:t>
            </a:r>
          </a:p>
        </p:txBody>
      </p:sp>
      <p:sp>
        <p:nvSpPr>
          <p:cNvPr id="3" name="TextBox 3">
            <a:extLst xmlns:a="http://schemas.openxmlformats.org/drawingml/2006/main">
              <a:ext uri="{FF2B5EF4-FFF2-40B4-BE49-F238E27FC236}">
                <a16:creationId xmlns:a16="http://schemas.microsoft.com/office/drawing/2014/main" id="{00D38BFC-3DFD-444A-B51D-C005BAB0476A}"/>
              </a:ext>
            </a:extLst>
          </p:cNvPr>
          <p:cNvSpPr>
            <a:spLocks xmlns:a="http://schemas.openxmlformats.org/drawingml/2006/main" noGrp="1"/>
          </p:cNvSpPr>
          <p:nvPr/>
        </p:nvSpPr>
        <p:spPr>
          <a:xfrm xmlns:a="http://schemas.openxmlformats.org/drawingml/2006/main" rot="0">
            <a:off x="8946614" y="6770822"/>
            <a:ext cx="8312686" cy="24874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La structure relie utilisateurs, organisations, contacts, services et échanges autour de la classe Ticket.</a:t>
            </a:r>
          </a:p>
        </p:txBody>
      </p:sp>
      <p:sp>
        <p:nvSpPr>
          <p:cNvPr id="4" name="">
            <a:extLst xmlns:a="http://schemas.openxmlformats.org/drawingml/2006/main">
              <a:ext uri="{FF2B5EF4-FFF2-40B4-BE49-F238E27FC236}">
                <a16:creationId xmlns:a16="http://schemas.microsoft.com/office/drawing/2014/main" id="{A53AFDE7-E6FE-40AD-BBEB-ADBC74EE9E0F}"/>
              </a:ext>
            </a:extLst>
          </p:cNvPr>
          <p:cNvSpPr>
            <a:spLocks xmlns:a="http://schemas.openxmlformats.org/drawingml/2006/main" noGrp="1"/>
          </p:cNvSpPr>
          <p:nvPr/>
        </p:nvSpPr>
        <p:spPr>
          <a:xfrm xmlns:a="http://schemas.openxmlformats.org/drawingml/2006/main">
            <a:off x="1285875" y="3429000"/>
            <a:ext cx="2857500" cy="990600"/>
          </a:xfrm>
          <a:prstGeom xmlns:a="http://schemas.openxmlformats.org/drawingml/2006/main" prst="rect">
            <a:avLst/>
          </a:prstGeom>
          <a:solidFill xmlns:a="http://schemas.openxmlformats.org/drawingml/2006/main">
            <a:srgbClr val="E7E2D9"/>
          </a:solidFill>
          <a:ln xmlns:a="http://schemas.openxmlformats.org/drawingml/2006/main" w="9525">
            <a:solidFill>
              <a:srgbClr val="918880"/>
            </a:solidFill>
            <a:prstDash val="solid"/>
          </a:ln>
        </p:spPr>
      </p:sp>
      <p:sp>
        <p:nvSpPr>
          <p:cNvPr id="5" name="">
            <a:extLst xmlns:a="http://schemas.openxmlformats.org/drawingml/2006/main">
              <a:ext uri="{FF2B5EF4-FFF2-40B4-BE49-F238E27FC236}">
                <a16:creationId xmlns:a16="http://schemas.microsoft.com/office/drawing/2014/main" id="{87B55FF8-7FC5-4AC2-A17A-807FE2E0FF19}"/>
              </a:ext>
            </a:extLst>
          </p:cNvPr>
          <p:cNvSpPr>
            <a:spLocks xmlns:a="http://schemas.openxmlformats.org/drawingml/2006/main" noGrp="1"/>
          </p:cNvSpPr>
          <p:nvPr/>
        </p:nvSpPr>
        <p:spPr>
          <a:xfrm xmlns:a="http://schemas.openxmlformats.org/drawingml/2006/main">
            <a:off x="1285875" y="3429000"/>
            <a:ext cx="2857500" cy="3810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6" name="">
            <a:extLst xmlns:a="http://schemas.openxmlformats.org/drawingml/2006/main">
              <a:ext uri="{FF2B5EF4-FFF2-40B4-BE49-F238E27FC236}">
                <a16:creationId xmlns:a16="http://schemas.microsoft.com/office/drawing/2014/main" id="{0865B0AE-25C9-43E5-B4E6-CDEC633BC8FB}"/>
              </a:ext>
            </a:extLst>
          </p:cNvPr>
          <p:cNvSpPr>
            <a:spLocks xmlns:a="http://schemas.openxmlformats.org/drawingml/2006/main" noGrp="1"/>
          </p:cNvSpPr>
          <p:nvPr/>
        </p:nvSpPr>
        <p:spPr>
          <a:xfrm xmlns:a="http://schemas.openxmlformats.org/drawingml/2006/main">
            <a:off x="1400175" y="3495675"/>
            <a:ext cx="2628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User</a:t>
            </a:r>
          </a:p>
        </p:txBody>
      </p:sp>
      <p:sp>
        <p:nvSpPr>
          <p:cNvPr id="7" name="">
            <a:extLst xmlns:a="http://schemas.openxmlformats.org/drawingml/2006/main">
              <a:ext uri="{FF2B5EF4-FFF2-40B4-BE49-F238E27FC236}">
                <a16:creationId xmlns:a16="http://schemas.microsoft.com/office/drawing/2014/main" id="{F62A27C5-5493-49EF-9D06-D32D7A0626C2}"/>
              </a:ext>
            </a:extLst>
          </p:cNvPr>
          <p:cNvSpPr>
            <a:spLocks xmlns:a="http://schemas.openxmlformats.org/drawingml/2006/main" noGrp="1"/>
          </p:cNvSpPr>
          <p:nvPr/>
        </p:nvSpPr>
        <p:spPr>
          <a:xfrm xmlns:a="http://schemas.openxmlformats.org/drawingml/2006/main">
            <a:off x="1419225" y="3971925"/>
            <a:ext cx="2590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554E4A"/>
                </a:solidFill>
                <a:latin typeface="Public Sans"/>
                <a:ea typeface="Public Sans"/>
                <a:cs typeface="Public Sans"/>
              </a:defRPr>
            </a:pPr>
            <a:r>
              <a:rPr sz="1125" b="0">
                <a:solidFill>
                  <a:srgbClr val="554E4A"/>
                </a:solidFill>
                <a:latin typeface="Public Sans"/>
                <a:ea typeface="Public Sans"/>
                <a:cs typeface="Public Sans"/>
              </a:rPr>
              <a:t>id · rôle · statut</a:t>
            </a:r>
          </a:p>
        </p:txBody>
      </p:sp>
      <p:sp>
        <p:nvSpPr>
          <p:cNvPr id="8" name="">
            <a:extLst xmlns:a="http://schemas.openxmlformats.org/drawingml/2006/main">
              <a:ext uri="{FF2B5EF4-FFF2-40B4-BE49-F238E27FC236}">
                <a16:creationId xmlns:a16="http://schemas.microsoft.com/office/drawing/2014/main" id="{CC74704B-0B3A-48A5-B239-ED3BC6A324AC}"/>
              </a:ext>
            </a:extLst>
          </p:cNvPr>
          <p:cNvSpPr>
            <a:spLocks xmlns:a="http://schemas.openxmlformats.org/drawingml/2006/main" noGrp="1"/>
          </p:cNvSpPr>
          <p:nvPr/>
        </p:nvSpPr>
        <p:spPr>
          <a:xfrm xmlns:a="http://schemas.openxmlformats.org/drawingml/2006/main">
            <a:off x="1285875" y="5334000"/>
            <a:ext cx="2857500" cy="990600"/>
          </a:xfrm>
          <a:prstGeom xmlns:a="http://schemas.openxmlformats.org/drawingml/2006/main" prst="rect">
            <a:avLst/>
          </a:prstGeom>
          <a:solidFill xmlns:a="http://schemas.openxmlformats.org/drawingml/2006/main">
            <a:srgbClr val="E7E2D9"/>
          </a:solidFill>
          <a:ln xmlns:a="http://schemas.openxmlformats.org/drawingml/2006/main" w="9525">
            <a:solidFill>
              <a:srgbClr val="918880"/>
            </a:solidFill>
            <a:prstDash val="solid"/>
          </a:ln>
        </p:spPr>
      </p:sp>
      <p:sp>
        <p:nvSpPr>
          <p:cNvPr id="9" name="">
            <a:extLst xmlns:a="http://schemas.openxmlformats.org/drawingml/2006/main">
              <a:ext uri="{FF2B5EF4-FFF2-40B4-BE49-F238E27FC236}">
                <a16:creationId xmlns:a16="http://schemas.microsoft.com/office/drawing/2014/main" id="{374BC547-FF3B-4F13-8891-F08257C3C24D}"/>
              </a:ext>
            </a:extLst>
          </p:cNvPr>
          <p:cNvSpPr>
            <a:spLocks xmlns:a="http://schemas.openxmlformats.org/drawingml/2006/main" noGrp="1"/>
          </p:cNvSpPr>
          <p:nvPr/>
        </p:nvSpPr>
        <p:spPr>
          <a:xfrm xmlns:a="http://schemas.openxmlformats.org/drawingml/2006/main">
            <a:off x="1285875" y="5334000"/>
            <a:ext cx="2857500" cy="3810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10" name="">
            <a:extLst xmlns:a="http://schemas.openxmlformats.org/drawingml/2006/main">
              <a:ext uri="{FF2B5EF4-FFF2-40B4-BE49-F238E27FC236}">
                <a16:creationId xmlns:a16="http://schemas.microsoft.com/office/drawing/2014/main" id="{DCA7632E-3877-4245-8D37-1264F6047977}"/>
              </a:ext>
            </a:extLst>
          </p:cNvPr>
          <p:cNvSpPr>
            <a:spLocks xmlns:a="http://schemas.openxmlformats.org/drawingml/2006/main" noGrp="1"/>
          </p:cNvSpPr>
          <p:nvPr/>
        </p:nvSpPr>
        <p:spPr>
          <a:xfrm xmlns:a="http://schemas.openxmlformats.org/drawingml/2006/main">
            <a:off x="1400175" y="5400675"/>
            <a:ext cx="2628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Role</a:t>
            </a:r>
          </a:p>
        </p:txBody>
      </p:sp>
      <p:sp>
        <p:nvSpPr>
          <p:cNvPr id="11" name="">
            <a:extLst xmlns:a="http://schemas.openxmlformats.org/drawingml/2006/main">
              <a:ext uri="{FF2B5EF4-FFF2-40B4-BE49-F238E27FC236}">
                <a16:creationId xmlns:a16="http://schemas.microsoft.com/office/drawing/2014/main" id="{BAEA2607-F4DA-48EA-A6E6-F0AD774832BD}"/>
              </a:ext>
            </a:extLst>
          </p:cNvPr>
          <p:cNvSpPr>
            <a:spLocks xmlns:a="http://schemas.openxmlformats.org/drawingml/2006/main" noGrp="1"/>
          </p:cNvSpPr>
          <p:nvPr/>
        </p:nvSpPr>
        <p:spPr>
          <a:xfrm xmlns:a="http://schemas.openxmlformats.org/drawingml/2006/main">
            <a:off x="1419225" y="5876925"/>
            <a:ext cx="2590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554E4A"/>
                </a:solidFill>
                <a:latin typeface="Public Sans"/>
                <a:ea typeface="Public Sans"/>
                <a:cs typeface="Public Sans"/>
              </a:defRPr>
            </a:pPr>
            <a:r>
              <a:rPr sz="1125" b="0">
                <a:solidFill>
                  <a:srgbClr val="554E4A"/>
                </a:solidFill>
                <a:latin typeface="Public Sans"/>
                <a:ea typeface="Public Sans"/>
                <a:cs typeface="Public Sans"/>
              </a:rPr>
              <a:t>nom · permissions</a:t>
            </a:r>
          </a:p>
        </p:txBody>
      </p:sp>
      <p:sp>
        <p:nvSpPr>
          <p:cNvPr id="12" name="">
            <a:extLst xmlns:a="http://schemas.openxmlformats.org/drawingml/2006/main">
              <a:ext uri="{FF2B5EF4-FFF2-40B4-BE49-F238E27FC236}">
                <a16:creationId xmlns:a16="http://schemas.microsoft.com/office/drawing/2014/main" id="{9E18FD08-61B8-4E35-870C-CFB0D0FD27AA}"/>
              </a:ext>
            </a:extLst>
          </p:cNvPr>
          <p:cNvSpPr>
            <a:spLocks xmlns:a="http://schemas.openxmlformats.org/drawingml/2006/main" noGrp="1"/>
          </p:cNvSpPr>
          <p:nvPr/>
        </p:nvSpPr>
        <p:spPr>
          <a:xfrm xmlns:a="http://schemas.openxmlformats.org/drawingml/2006/main">
            <a:off x="5381625" y="2952750"/>
            <a:ext cx="2857500" cy="990600"/>
          </a:xfrm>
          <a:prstGeom xmlns:a="http://schemas.openxmlformats.org/drawingml/2006/main" prst="rect">
            <a:avLst/>
          </a:prstGeom>
          <a:solidFill xmlns:a="http://schemas.openxmlformats.org/drawingml/2006/main">
            <a:srgbClr val="E7E2D9"/>
          </a:solidFill>
          <a:ln xmlns:a="http://schemas.openxmlformats.org/drawingml/2006/main" w="9525">
            <a:solidFill>
              <a:srgbClr val="918880"/>
            </a:solidFill>
            <a:prstDash val="solid"/>
          </a:ln>
        </p:spPr>
      </p:sp>
      <p:sp>
        <p:nvSpPr>
          <p:cNvPr id="13" name="">
            <a:extLst xmlns:a="http://schemas.openxmlformats.org/drawingml/2006/main">
              <a:ext uri="{FF2B5EF4-FFF2-40B4-BE49-F238E27FC236}">
                <a16:creationId xmlns:a16="http://schemas.microsoft.com/office/drawing/2014/main" id="{FA811FCE-9A72-4061-AC09-4E442501237C}"/>
              </a:ext>
            </a:extLst>
          </p:cNvPr>
          <p:cNvSpPr>
            <a:spLocks xmlns:a="http://schemas.openxmlformats.org/drawingml/2006/main" noGrp="1"/>
          </p:cNvSpPr>
          <p:nvPr/>
        </p:nvSpPr>
        <p:spPr>
          <a:xfrm xmlns:a="http://schemas.openxmlformats.org/drawingml/2006/main">
            <a:off x="5381625" y="2952750"/>
            <a:ext cx="2857500" cy="3810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14" name="">
            <a:extLst xmlns:a="http://schemas.openxmlformats.org/drawingml/2006/main">
              <a:ext uri="{FF2B5EF4-FFF2-40B4-BE49-F238E27FC236}">
                <a16:creationId xmlns:a16="http://schemas.microsoft.com/office/drawing/2014/main" id="{FDEE7C11-8CCE-42D7-A151-981ADE4FE0C8}"/>
              </a:ext>
            </a:extLst>
          </p:cNvPr>
          <p:cNvSpPr>
            <a:spLocks xmlns:a="http://schemas.openxmlformats.org/drawingml/2006/main" noGrp="1"/>
          </p:cNvSpPr>
          <p:nvPr/>
        </p:nvSpPr>
        <p:spPr>
          <a:xfrm xmlns:a="http://schemas.openxmlformats.org/drawingml/2006/main">
            <a:off x="5495925" y="3019425"/>
            <a:ext cx="2628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Organization</a:t>
            </a:r>
          </a:p>
        </p:txBody>
      </p:sp>
      <p:sp>
        <p:nvSpPr>
          <p:cNvPr id="15" name="">
            <a:extLst xmlns:a="http://schemas.openxmlformats.org/drawingml/2006/main">
              <a:ext uri="{FF2B5EF4-FFF2-40B4-BE49-F238E27FC236}">
                <a16:creationId xmlns:a16="http://schemas.microsoft.com/office/drawing/2014/main" id="{C11E17C7-E5FE-43CB-82A4-C3AF80622DB0}"/>
              </a:ext>
            </a:extLst>
          </p:cNvPr>
          <p:cNvSpPr>
            <a:spLocks xmlns:a="http://schemas.openxmlformats.org/drawingml/2006/main" noGrp="1"/>
          </p:cNvSpPr>
          <p:nvPr/>
        </p:nvSpPr>
        <p:spPr>
          <a:xfrm xmlns:a="http://schemas.openxmlformats.org/drawingml/2006/main">
            <a:off x="5514975" y="3495675"/>
            <a:ext cx="2590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554E4A"/>
                </a:solidFill>
                <a:latin typeface="Public Sans"/>
                <a:ea typeface="Public Sans"/>
                <a:cs typeface="Public Sans"/>
              </a:defRPr>
            </a:pPr>
            <a:r>
              <a:rPr sz="1125" b="0">
                <a:solidFill>
                  <a:srgbClr val="554E4A"/>
                </a:solidFill>
                <a:latin typeface="Public Sans"/>
                <a:ea typeface="Public Sans"/>
                <a:cs typeface="Public Sans"/>
              </a:rPr>
              <a:t>id · nom</a:t>
            </a:r>
          </a:p>
        </p:txBody>
      </p:sp>
      <p:sp>
        <p:nvSpPr>
          <p:cNvPr id="16" name="">
            <a:extLst xmlns:a="http://schemas.openxmlformats.org/drawingml/2006/main">
              <a:ext uri="{FF2B5EF4-FFF2-40B4-BE49-F238E27FC236}">
                <a16:creationId xmlns:a16="http://schemas.microsoft.com/office/drawing/2014/main" id="{CC2AAA00-8252-4475-B4BC-1CD52D29EC55}"/>
              </a:ext>
            </a:extLst>
          </p:cNvPr>
          <p:cNvSpPr>
            <a:spLocks xmlns:a="http://schemas.openxmlformats.org/drawingml/2006/main" noGrp="1"/>
          </p:cNvSpPr>
          <p:nvPr/>
        </p:nvSpPr>
        <p:spPr>
          <a:xfrm xmlns:a="http://schemas.openxmlformats.org/drawingml/2006/main">
            <a:off x="5381625" y="5857875"/>
            <a:ext cx="2857500" cy="990600"/>
          </a:xfrm>
          <a:prstGeom xmlns:a="http://schemas.openxmlformats.org/drawingml/2006/main" prst="rect">
            <a:avLst/>
          </a:prstGeom>
          <a:solidFill xmlns:a="http://schemas.openxmlformats.org/drawingml/2006/main">
            <a:srgbClr val="E7E2D9"/>
          </a:solidFill>
          <a:ln xmlns:a="http://schemas.openxmlformats.org/drawingml/2006/main" w="9525">
            <a:solidFill>
              <a:srgbClr val="918880"/>
            </a:solidFill>
            <a:prstDash val="solid"/>
          </a:ln>
        </p:spPr>
      </p:sp>
      <p:sp>
        <p:nvSpPr>
          <p:cNvPr id="17" name="">
            <a:extLst xmlns:a="http://schemas.openxmlformats.org/drawingml/2006/main">
              <a:ext uri="{FF2B5EF4-FFF2-40B4-BE49-F238E27FC236}">
                <a16:creationId xmlns:a16="http://schemas.microsoft.com/office/drawing/2014/main" id="{17F61752-2B35-4272-A98F-A03B1775646B}"/>
              </a:ext>
            </a:extLst>
          </p:cNvPr>
          <p:cNvSpPr>
            <a:spLocks xmlns:a="http://schemas.openxmlformats.org/drawingml/2006/main" noGrp="1"/>
          </p:cNvSpPr>
          <p:nvPr/>
        </p:nvSpPr>
        <p:spPr>
          <a:xfrm xmlns:a="http://schemas.openxmlformats.org/drawingml/2006/main">
            <a:off x="5381625" y="5857875"/>
            <a:ext cx="2857500" cy="3810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18" name="">
            <a:extLst xmlns:a="http://schemas.openxmlformats.org/drawingml/2006/main">
              <a:ext uri="{FF2B5EF4-FFF2-40B4-BE49-F238E27FC236}">
                <a16:creationId xmlns:a16="http://schemas.microsoft.com/office/drawing/2014/main" id="{9EFCA22E-0A78-4019-9487-1EB961A7840D}"/>
              </a:ext>
            </a:extLst>
          </p:cNvPr>
          <p:cNvSpPr>
            <a:spLocks xmlns:a="http://schemas.openxmlformats.org/drawingml/2006/main" noGrp="1"/>
          </p:cNvSpPr>
          <p:nvPr/>
        </p:nvSpPr>
        <p:spPr>
          <a:xfrm xmlns:a="http://schemas.openxmlformats.org/drawingml/2006/main">
            <a:off x="5495925" y="5924550"/>
            <a:ext cx="2628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Contact</a:t>
            </a:r>
          </a:p>
        </p:txBody>
      </p:sp>
      <p:sp>
        <p:nvSpPr>
          <p:cNvPr id="19" name="">
            <a:extLst xmlns:a="http://schemas.openxmlformats.org/drawingml/2006/main">
              <a:ext uri="{FF2B5EF4-FFF2-40B4-BE49-F238E27FC236}">
                <a16:creationId xmlns:a16="http://schemas.microsoft.com/office/drawing/2014/main" id="{C41296D6-3C96-473D-9FC1-4340A44BAD2B}"/>
              </a:ext>
            </a:extLst>
          </p:cNvPr>
          <p:cNvSpPr>
            <a:spLocks xmlns:a="http://schemas.openxmlformats.org/drawingml/2006/main" noGrp="1"/>
          </p:cNvSpPr>
          <p:nvPr/>
        </p:nvSpPr>
        <p:spPr>
          <a:xfrm xmlns:a="http://schemas.openxmlformats.org/drawingml/2006/main">
            <a:off x="5514975" y="6400800"/>
            <a:ext cx="2590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554E4A"/>
                </a:solidFill>
                <a:latin typeface="Public Sans"/>
                <a:ea typeface="Public Sans"/>
                <a:cs typeface="Public Sans"/>
              </a:defRPr>
            </a:pPr>
            <a:r>
              <a:rPr sz="1125" b="0">
                <a:solidFill>
                  <a:srgbClr val="554E4A"/>
                </a:solidFill>
                <a:latin typeface="Public Sans"/>
                <a:ea typeface="Public Sans"/>
                <a:cs typeface="Public Sans"/>
              </a:rPr>
              <a:t>id · e-mail</a:t>
            </a:r>
          </a:p>
        </p:txBody>
      </p:sp>
      <p:sp>
        <p:nvSpPr>
          <p:cNvPr id="20" name="">
            <a:extLst xmlns:a="http://schemas.openxmlformats.org/drawingml/2006/main">
              <a:ext uri="{FF2B5EF4-FFF2-40B4-BE49-F238E27FC236}">
                <a16:creationId xmlns:a16="http://schemas.microsoft.com/office/drawing/2014/main" id="{AAE16F95-109C-415B-96A9-2D26DCFA27B8}"/>
              </a:ext>
            </a:extLst>
          </p:cNvPr>
          <p:cNvSpPr>
            <a:spLocks xmlns:a="http://schemas.openxmlformats.org/drawingml/2006/main" noGrp="1"/>
          </p:cNvSpPr>
          <p:nvPr/>
        </p:nvSpPr>
        <p:spPr>
          <a:xfrm xmlns:a="http://schemas.openxmlformats.org/drawingml/2006/main">
            <a:off x="9334500" y="4286250"/>
            <a:ext cx="2857500" cy="990600"/>
          </a:xfrm>
          <a:prstGeom xmlns:a="http://schemas.openxmlformats.org/drawingml/2006/main" prst="rect">
            <a:avLst/>
          </a:prstGeom>
          <a:solidFill xmlns:a="http://schemas.openxmlformats.org/drawingml/2006/main">
            <a:srgbClr val="E7E2D9"/>
          </a:solidFill>
          <a:ln xmlns:a="http://schemas.openxmlformats.org/drawingml/2006/main" w="9525">
            <a:solidFill>
              <a:srgbClr val="918880"/>
            </a:solidFill>
            <a:prstDash val="solid"/>
          </a:ln>
        </p:spPr>
      </p:sp>
      <p:sp>
        <p:nvSpPr>
          <p:cNvPr id="21" name="">
            <a:extLst xmlns:a="http://schemas.openxmlformats.org/drawingml/2006/main">
              <a:ext uri="{FF2B5EF4-FFF2-40B4-BE49-F238E27FC236}">
                <a16:creationId xmlns:a16="http://schemas.microsoft.com/office/drawing/2014/main" id="{C3334E76-4E36-4D4B-A3DE-7B2E9D190895}"/>
              </a:ext>
            </a:extLst>
          </p:cNvPr>
          <p:cNvSpPr>
            <a:spLocks xmlns:a="http://schemas.openxmlformats.org/drawingml/2006/main" noGrp="1"/>
          </p:cNvSpPr>
          <p:nvPr/>
        </p:nvSpPr>
        <p:spPr>
          <a:xfrm xmlns:a="http://schemas.openxmlformats.org/drawingml/2006/main">
            <a:off x="9334500" y="4286250"/>
            <a:ext cx="2857500" cy="3810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22" name="">
            <a:extLst xmlns:a="http://schemas.openxmlformats.org/drawingml/2006/main">
              <a:ext uri="{FF2B5EF4-FFF2-40B4-BE49-F238E27FC236}">
                <a16:creationId xmlns:a16="http://schemas.microsoft.com/office/drawing/2014/main" id="{EE4E4964-C383-4B49-BA02-0E3B7CDF0534}"/>
              </a:ext>
            </a:extLst>
          </p:cNvPr>
          <p:cNvSpPr>
            <a:spLocks xmlns:a="http://schemas.openxmlformats.org/drawingml/2006/main" noGrp="1"/>
          </p:cNvSpPr>
          <p:nvPr/>
        </p:nvSpPr>
        <p:spPr>
          <a:xfrm xmlns:a="http://schemas.openxmlformats.org/drawingml/2006/main">
            <a:off x="9448800" y="4352925"/>
            <a:ext cx="2628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Ticket</a:t>
            </a:r>
          </a:p>
        </p:txBody>
      </p:sp>
      <p:sp>
        <p:nvSpPr>
          <p:cNvPr id="23" name="">
            <a:extLst xmlns:a="http://schemas.openxmlformats.org/drawingml/2006/main">
              <a:ext uri="{FF2B5EF4-FFF2-40B4-BE49-F238E27FC236}">
                <a16:creationId xmlns:a16="http://schemas.microsoft.com/office/drawing/2014/main" id="{C087E3E1-2AFF-419C-9A42-F37D1C1E7666}"/>
              </a:ext>
            </a:extLst>
          </p:cNvPr>
          <p:cNvSpPr>
            <a:spLocks xmlns:a="http://schemas.openxmlformats.org/drawingml/2006/main" noGrp="1"/>
          </p:cNvSpPr>
          <p:nvPr/>
        </p:nvSpPr>
        <p:spPr>
          <a:xfrm xmlns:a="http://schemas.openxmlformats.org/drawingml/2006/main">
            <a:off x="9467850" y="4829175"/>
            <a:ext cx="2590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554E4A"/>
                </a:solidFill>
                <a:latin typeface="Public Sans"/>
                <a:ea typeface="Public Sans"/>
                <a:cs typeface="Public Sans"/>
              </a:defRPr>
            </a:pPr>
            <a:r>
              <a:rPr sz="1125" b="0">
                <a:solidFill>
                  <a:srgbClr val="554E4A"/>
                </a:solidFill>
                <a:latin typeface="Public Sans"/>
                <a:ea typeface="Public Sans"/>
                <a:cs typeface="Public Sans"/>
              </a:rPr>
              <a:t>code · statut · niveau</a:t>
            </a:r>
          </a:p>
        </p:txBody>
      </p:sp>
      <p:sp>
        <p:nvSpPr>
          <p:cNvPr id="24" name="">
            <a:extLst xmlns:a="http://schemas.openxmlformats.org/drawingml/2006/main">
              <a:ext uri="{FF2B5EF4-FFF2-40B4-BE49-F238E27FC236}">
                <a16:creationId xmlns:a16="http://schemas.microsoft.com/office/drawing/2014/main" id="{E6579BF0-9AA7-4FF1-A1D0-929DA23ADC72}"/>
              </a:ext>
            </a:extLst>
          </p:cNvPr>
          <p:cNvSpPr>
            <a:spLocks xmlns:a="http://schemas.openxmlformats.org/drawingml/2006/main" noGrp="1"/>
          </p:cNvSpPr>
          <p:nvPr/>
        </p:nvSpPr>
        <p:spPr>
          <a:xfrm xmlns:a="http://schemas.openxmlformats.org/drawingml/2006/main">
            <a:off x="13668375" y="3000375"/>
            <a:ext cx="2857500" cy="990600"/>
          </a:xfrm>
          <a:prstGeom xmlns:a="http://schemas.openxmlformats.org/drawingml/2006/main" prst="rect">
            <a:avLst/>
          </a:prstGeom>
          <a:solidFill xmlns:a="http://schemas.openxmlformats.org/drawingml/2006/main">
            <a:srgbClr val="E7E2D9"/>
          </a:solidFill>
          <a:ln xmlns:a="http://schemas.openxmlformats.org/drawingml/2006/main" w="9525">
            <a:solidFill>
              <a:srgbClr val="918880"/>
            </a:solidFill>
            <a:prstDash val="solid"/>
          </a:ln>
        </p:spPr>
      </p:sp>
      <p:sp>
        <p:nvSpPr>
          <p:cNvPr id="25" name="">
            <a:extLst xmlns:a="http://schemas.openxmlformats.org/drawingml/2006/main">
              <a:ext uri="{FF2B5EF4-FFF2-40B4-BE49-F238E27FC236}">
                <a16:creationId xmlns:a16="http://schemas.microsoft.com/office/drawing/2014/main" id="{BC8D9CAC-2F3C-4AF2-A439-C79F57EC2EF3}"/>
              </a:ext>
            </a:extLst>
          </p:cNvPr>
          <p:cNvSpPr>
            <a:spLocks xmlns:a="http://schemas.openxmlformats.org/drawingml/2006/main" noGrp="1"/>
          </p:cNvSpPr>
          <p:nvPr/>
        </p:nvSpPr>
        <p:spPr>
          <a:xfrm xmlns:a="http://schemas.openxmlformats.org/drawingml/2006/main">
            <a:off x="13668375" y="3000375"/>
            <a:ext cx="2857500" cy="3810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26" name="">
            <a:extLst xmlns:a="http://schemas.openxmlformats.org/drawingml/2006/main">
              <a:ext uri="{FF2B5EF4-FFF2-40B4-BE49-F238E27FC236}">
                <a16:creationId xmlns:a16="http://schemas.microsoft.com/office/drawing/2014/main" id="{9A95284A-0A8D-4F61-B993-AE9560E66CF4}"/>
              </a:ext>
            </a:extLst>
          </p:cNvPr>
          <p:cNvSpPr>
            <a:spLocks xmlns:a="http://schemas.openxmlformats.org/drawingml/2006/main" noGrp="1"/>
          </p:cNvSpPr>
          <p:nvPr/>
        </p:nvSpPr>
        <p:spPr>
          <a:xfrm xmlns:a="http://schemas.openxmlformats.org/drawingml/2006/main">
            <a:off x="13782675" y="3067050"/>
            <a:ext cx="2628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Service</a:t>
            </a:r>
          </a:p>
        </p:txBody>
      </p:sp>
      <p:sp>
        <p:nvSpPr>
          <p:cNvPr id="27" name="">
            <a:extLst xmlns:a="http://schemas.openxmlformats.org/drawingml/2006/main">
              <a:ext uri="{FF2B5EF4-FFF2-40B4-BE49-F238E27FC236}">
                <a16:creationId xmlns:a16="http://schemas.microsoft.com/office/drawing/2014/main" id="{A2636138-35B6-44E5-9D38-66465937EA4C}"/>
              </a:ext>
            </a:extLst>
          </p:cNvPr>
          <p:cNvSpPr>
            <a:spLocks xmlns:a="http://schemas.openxmlformats.org/drawingml/2006/main" noGrp="1"/>
          </p:cNvSpPr>
          <p:nvPr/>
        </p:nvSpPr>
        <p:spPr>
          <a:xfrm xmlns:a="http://schemas.openxmlformats.org/drawingml/2006/main">
            <a:off x="13801725" y="3543300"/>
            <a:ext cx="2590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554E4A"/>
                </a:solidFill>
                <a:latin typeface="Public Sans"/>
                <a:ea typeface="Public Sans"/>
                <a:cs typeface="Public Sans"/>
              </a:defRPr>
            </a:pPr>
            <a:r>
              <a:rPr sz="1125" b="0">
                <a:solidFill>
                  <a:srgbClr val="554E4A"/>
                </a:solidFill>
                <a:latin typeface="Public Sans"/>
                <a:ea typeface="Public Sans"/>
                <a:cs typeface="Public Sans"/>
              </a:rPr>
              <a:t>SD · IT · PKI</a:t>
            </a:r>
          </a:p>
        </p:txBody>
      </p:sp>
      <p:sp>
        <p:nvSpPr>
          <p:cNvPr id="28" name="">
            <a:extLst xmlns:a="http://schemas.openxmlformats.org/drawingml/2006/main">
              <a:ext uri="{FF2B5EF4-FFF2-40B4-BE49-F238E27FC236}">
                <a16:creationId xmlns:a16="http://schemas.microsoft.com/office/drawing/2014/main" id="{6B17D2D1-75FF-4217-8E08-705505344826}"/>
              </a:ext>
            </a:extLst>
          </p:cNvPr>
          <p:cNvSpPr>
            <a:spLocks xmlns:a="http://schemas.openxmlformats.org/drawingml/2006/main" noGrp="1"/>
          </p:cNvSpPr>
          <p:nvPr/>
        </p:nvSpPr>
        <p:spPr>
          <a:xfrm xmlns:a="http://schemas.openxmlformats.org/drawingml/2006/main">
            <a:off x="13335000" y="5810250"/>
            <a:ext cx="2857500" cy="990600"/>
          </a:xfrm>
          <a:prstGeom xmlns:a="http://schemas.openxmlformats.org/drawingml/2006/main" prst="rect">
            <a:avLst/>
          </a:prstGeom>
          <a:solidFill xmlns:a="http://schemas.openxmlformats.org/drawingml/2006/main">
            <a:srgbClr val="E7E2D9"/>
          </a:solidFill>
          <a:ln xmlns:a="http://schemas.openxmlformats.org/drawingml/2006/main" w="9525">
            <a:solidFill>
              <a:srgbClr val="918880"/>
            </a:solidFill>
            <a:prstDash val="solid"/>
          </a:ln>
        </p:spPr>
      </p:sp>
      <p:sp>
        <p:nvSpPr>
          <p:cNvPr id="29" name="">
            <a:extLst xmlns:a="http://schemas.openxmlformats.org/drawingml/2006/main">
              <a:ext uri="{FF2B5EF4-FFF2-40B4-BE49-F238E27FC236}">
                <a16:creationId xmlns:a16="http://schemas.microsoft.com/office/drawing/2014/main" id="{F00C94E4-488C-414E-AD49-69A3204AA26A}"/>
              </a:ext>
            </a:extLst>
          </p:cNvPr>
          <p:cNvSpPr>
            <a:spLocks xmlns:a="http://schemas.openxmlformats.org/drawingml/2006/main" noGrp="1"/>
          </p:cNvSpPr>
          <p:nvPr/>
        </p:nvSpPr>
        <p:spPr>
          <a:xfrm xmlns:a="http://schemas.openxmlformats.org/drawingml/2006/main">
            <a:off x="13335000" y="5810250"/>
            <a:ext cx="2857500" cy="381000"/>
          </a:xfrm>
          <a:prstGeom xmlns:a="http://schemas.openxmlformats.org/drawingml/2006/main" prst="rect">
            <a:avLst/>
          </a:prstGeom>
          <a:solidFill xmlns:a="http://schemas.openxmlformats.org/drawingml/2006/main">
            <a:srgbClr val="393332"/>
          </a:solidFill>
          <a:ln xmlns:a="http://schemas.openxmlformats.org/drawingml/2006/main" w="9525">
            <a:solidFill>
              <a:srgbClr val="393332"/>
            </a:solidFill>
            <a:prstDash val="solid"/>
          </a:ln>
        </p:spPr>
      </p:sp>
      <p:sp>
        <p:nvSpPr>
          <p:cNvPr id="30" name="">
            <a:extLst xmlns:a="http://schemas.openxmlformats.org/drawingml/2006/main">
              <a:ext uri="{FF2B5EF4-FFF2-40B4-BE49-F238E27FC236}">
                <a16:creationId xmlns:a16="http://schemas.microsoft.com/office/drawing/2014/main" id="{D0343E90-C3D5-4601-A629-2391DA7F5590}"/>
              </a:ext>
            </a:extLst>
          </p:cNvPr>
          <p:cNvSpPr>
            <a:spLocks xmlns:a="http://schemas.openxmlformats.org/drawingml/2006/main" noGrp="1"/>
          </p:cNvSpPr>
          <p:nvPr/>
        </p:nvSpPr>
        <p:spPr>
          <a:xfrm xmlns:a="http://schemas.openxmlformats.org/drawingml/2006/main">
            <a:off x="13449300" y="5876925"/>
            <a:ext cx="2628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200" b="1">
                <a:solidFill>
                  <a:srgbClr val="F4F0E9"/>
                </a:solidFill>
                <a:latin typeface="Public Sans"/>
                <a:ea typeface="Public Sans"/>
                <a:cs typeface="Public Sans"/>
              </a:defRPr>
            </a:pPr>
            <a:r>
              <a:rPr sz="1200" b="1">
                <a:solidFill>
                  <a:srgbClr val="F4F0E9"/>
                </a:solidFill>
                <a:latin typeface="Public Sans"/>
                <a:ea typeface="Public Sans"/>
                <a:cs typeface="Public Sans"/>
              </a:rPr>
              <a:t>Comment / Message</a:t>
            </a:r>
          </a:p>
        </p:txBody>
      </p:sp>
      <p:sp>
        <p:nvSpPr>
          <p:cNvPr id="31" name="">
            <a:extLst xmlns:a="http://schemas.openxmlformats.org/drawingml/2006/main">
              <a:ext uri="{FF2B5EF4-FFF2-40B4-BE49-F238E27FC236}">
                <a16:creationId xmlns:a16="http://schemas.microsoft.com/office/drawing/2014/main" id="{EE03B978-EF6A-4FA9-9531-73EADB520DDE}"/>
              </a:ext>
            </a:extLst>
          </p:cNvPr>
          <p:cNvSpPr>
            <a:spLocks xmlns:a="http://schemas.openxmlformats.org/drawingml/2006/main" noGrp="1"/>
          </p:cNvSpPr>
          <p:nvPr/>
        </p:nvSpPr>
        <p:spPr>
          <a:xfrm xmlns:a="http://schemas.openxmlformats.org/drawingml/2006/main">
            <a:off x="13468350" y="6353175"/>
            <a:ext cx="2590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ctr">
              <a:defRPr sz="1125" b="0">
                <a:solidFill>
                  <a:srgbClr val="554E4A"/>
                </a:solidFill>
                <a:latin typeface="Public Sans"/>
                <a:ea typeface="Public Sans"/>
                <a:cs typeface="Public Sans"/>
              </a:defRPr>
            </a:pPr>
            <a:r>
              <a:rPr sz="1125" b="0">
                <a:solidFill>
                  <a:srgbClr val="554E4A"/>
                </a:solidFill>
                <a:latin typeface="Public Sans"/>
                <a:ea typeface="Public Sans"/>
                <a:cs typeface="Public Sans"/>
              </a:rPr>
              <a:t>auteur · contenu</a:t>
            </a:r>
          </a:p>
        </p:txBody>
      </p:sp>
      <p:sp>
        <p:nvSpPr>
          <p:cNvPr id="32" name="">
            <a:extLst xmlns:a="http://schemas.openxmlformats.org/drawingml/2006/main">
              <a:ext uri="{FF2B5EF4-FFF2-40B4-BE49-F238E27FC236}">
                <a16:creationId xmlns:a16="http://schemas.microsoft.com/office/drawing/2014/main" id="{B77A3306-757B-4CA1-92B0-60783106286F}"/>
              </a:ext>
            </a:extLst>
          </p:cNvPr>
          <p:cNvSpPr>
            <a:spLocks xmlns:a="http://schemas.openxmlformats.org/drawingml/2006/main" noGrp="1"/>
          </p:cNvSpPr>
          <p:nvPr/>
        </p:nvSpPr>
        <p:spPr>
          <a:xfrm xmlns:a="http://schemas.openxmlformats.org/drawingml/2006/main">
            <a:off x="4143375" y="3886200"/>
            <a:ext cx="5191125" cy="190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94B02242-55FE-4A16-A014-8614A927796B}"/>
              </a:ext>
            </a:extLst>
          </p:cNvPr>
          <p:cNvSpPr>
            <a:spLocks xmlns:a="http://schemas.openxmlformats.org/drawingml/2006/main" noGrp="1"/>
          </p:cNvSpPr>
          <p:nvPr/>
        </p:nvSpPr>
        <p:spPr>
          <a:xfrm xmlns:a="http://schemas.openxmlformats.org/drawingml/2006/main">
            <a:off x="8239125" y="3857625"/>
            <a:ext cx="19050" cy="9334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5F7DC205-E66F-44CC-A99D-055574A2C4A5}"/>
              </a:ext>
            </a:extLst>
          </p:cNvPr>
          <p:cNvSpPr>
            <a:spLocks xmlns:a="http://schemas.openxmlformats.org/drawingml/2006/main" noGrp="1"/>
          </p:cNvSpPr>
          <p:nvPr/>
        </p:nvSpPr>
        <p:spPr>
          <a:xfrm xmlns:a="http://schemas.openxmlformats.org/drawingml/2006/main">
            <a:off x="8239125" y="4791075"/>
            <a:ext cx="1095375" cy="190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4022FB05-6090-4C65-98AD-521CD26C2856}"/>
              </a:ext>
            </a:extLst>
          </p:cNvPr>
          <p:cNvSpPr>
            <a:spLocks xmlns:a="http://schemas.openxmlformats.org/drawingml/2006/main" noGrp="1"/>
          </p:cNvSpPr>
          <p:nvPr/>
        </p:nvSpPr>
        <p:spPr>
          <a:xfrm xmlns:a="http://schemas.openxmlformats.org/drawingml/2006/main">
            <a:off x="12192000" y="4791075"/>
            <a:ext cx="1476375" cy="190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4B774323-4C25-499B-B61C-4651517DCB69}"/>
              </a:ext>
            </a:extLst>
          </p:cNvPr>
          <p:cNvSpPr>
            <a:spLocks xmlns:a="http://schemas.openxmlformats.org/drawingml/2006/main" noGrp="1"/>
          </p:cNvSpPr>
          <p:nvPr/>
        </p:nvSpPr>
        <p:spPr>
          <a:xfrm xmlns:a="http://schemas.openxmlformats.org/drawingml/2006/main">
            <a:off x="12192000" y="5210175"/>
            <a:ext cx="1143000" cy="19050"/>
          </a:xfrm>
          <a:prstGeom xmlns:a="http://schemas.openxmlformats.org/drawingml/2006/main" prst="rect">
            <a:avLst/>
          </a:prstGeom>
          <a:solidFill xmlns:a="http://schemas.openxmlformats.org/drawingml/2006/main">
            <a:srgbClr val="8A817B"/>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470453755"/>
      </p:ext>
    </p:extLst>
  </p:cSld>
</p:sld>
</file>

<file path=ppt/slides/slide13.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51B455B0-2FC9-4DF4-9AE9-CBAFF23BF46C}"/>
              </a:ext>
            </a:extLst>
          </p:cNvPr>
          <p:cNvSpPr>
            <a:spLocks xmlns:a="http://schemas.openxmlformats.org/drawingml/2006/main" noGrp="1"/>
          </p:cNvSpPr>
          <p:nvPr/>
        </p:nvSpPr>
        <p:spPr>
          <a:xfrm xmlns:a="http://schemas.openxmlformats.org/drawingml/2006/main" rot="0">
            <a:off x="1287288" y="1266825"/>
            <a:ext cx="11755373" cy="1164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8583"/>
              </a:lnSpc>
              <a:buAutoNum type="arabicPeriod" startAt="1"/>
            </a:pPr>
            <a:r>
              <a:rPr sz="9229" b="1" i="1">
                <a:solidFill>
                  <a:srgbClr val="373132"/>
                </a:solidFill>
                <a:latin typeface="Playfair Display Bold Italics"/>
                <a:ea typeface="Playfair Display Bold Italics"/>
                <a:cs typeface="Playfair Display Bold Italics"/>
              </a:rPr>
              <a:t>TECHNOLOGIES</a:t>
            </a:r>
          </a:p>
        </p:txBody>
      </p:sp>
      <p:sp>
        <p:nvSpPr>
          <p:cNvPr id="3" name="TextBox 3">
            <a:extLst xmlns:a="http://schemas.openxmlformats.org/drawingml/2006/main">
              <a:ext uri="{FF2B5EF4-FFF2-40B4-BE49-F238E27FC236}">
                <a16:creationId xmlns:a16="http://schemas.microsoft.com/office/drawing/2014/main" id="{00D38BFC-3DFD-444A-B51D-C005BAB0476A}"/>
              </a:ext>
            </a:extLst>
          </p:cNvPr>
          <p:cNvSpPr>
            <a:spLocks xmlns:a="http://schemas.openxmlformats.org/drawingml/2006/main" noGrp="1"/>
          </p:cNvSpPr>
          <p:nvPr/>
        </p:nvSpPr>
        <p:spPr>
          <a:xfrm xmlns:a="http://schemas.openxmlformats.org/drawingml/2006/main" rot="0">
            <a:off x="8946614" y="6770822"/>
            <a:ext cx="8312686" cy="24874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Des choix cohérents pour une application web maintenable, sécurisée et évolutive.</a:t>
            </a:r>
          </a:p>
        </p:txBody>
      </p:sp>
      <p:sp>
        <p:nvSpPr>
          <p:cNvPr id="4" name="">
            <a:extLst xmlns:a="http://schemas.openxmlformats.org/drawingml/2006/main">
              <a:ext uri="{FF2B5EF4-FFF2-40B4-BE49-F238E27FC236}">
                <a16:creationId xmlns:a16="http://schemas.microsoft.com/office/drawing/2014/main" id="{16EDEE8E-F25D-42AB-828C-422B586987CF}"/>
              </a:ext>
            </a:extLst>
          </p:cNvPr>
          <p:cNvSpPr>
            <a:spLocks xmlns:a="http://schemas.openxmlformats.org/drawingml/2006/main" noGrp="1"/>
          </p:cNvSpPr>
          <p:nvPr/>
        </p:nvSpPr>
        <p:spPr>
          <a:xfrm xmlns:a="http://schemas.openxmlformats.org/drawingml/2006/main">
            <a:off x="1143000" y="3333750"/>
            <a:ext cx="4524375" cy="125730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5" name="">
            <a:extLst xmlns:a="http://schemas.openxmlformats.org/drawingml/2006/main">
              <a:ext uri="{FF2B5EF4-FFF2-40B4-BE49-F238E27FC236}">
                <a16:creationId xmlns:a16="http://schemas.microsoft.com/office/drawing/2014/main" id="{53CF1CC2-6428-4338-8037-1C63DC56C2F0}"/>
              </a:ext>
            </a:extLst>
          </p:cNvPr>
          <p:cNvSpPr>
            <a:spLocks xmlns:a="http://schemas.openxmlformats.org/drawingml/2006/main" noGrp="1"/>
          </p:cNvSpPr>
          <p:nvPr/>
        </p:nvSpPr>
        <p:spPr>
          <a:xfrm xmlns:a="http://schemas.openxmlformats.org/drawingml/2006/main">
            <a:off x="1295400" y="3467100"/>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REACT + VITE</a:t>
            </a:r>
          </a:p>
        </p:txBody>
      </p:sp>
      <p:sp>
        <p:nvSpPr>
          <p:cNvPr id="6" name="">
            <a:extLst xmlns:a="http://schemas.openxmlformats.org/drawingml/2006/main">
              <a:ext uri="{FF2B5EF4-FFF2-40B4-BE49-F238E27FC236}">
                <a16:creationId xmlns:a16="http://schemas.microsoft.com/office/drawing/2014/main" id="{16DCF353-6448-4300-95A1-9966DD1FEF63}"/>
              </a:ext>
            </a:extLst>
          </p:cNvPr>
          <p:cNvSpPr>
            <a:spLocks xmlns:a="http://schemas.openxmlformats.org/drawingml/2006/main" noGrp="1"/>
          </p:cNvSpPr>
          <p:nvPr/>
        </p:nvSpPr>
        <p:spPr>
          <a:xfrm xmlns:a="http://schemas.openxmlformats.org/drawingml/2006/main">
            <a:off x="1295400" y="3857625"/>
            <a:ext cx="4219575"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Interface modulaire et dynamique</a:t>
            </a:r>
          </a:p>
        </p:txBody>
      </p:sp>
      <p:sp>
        <p:nvSpPr>
          <p:cNvPr id="7" name="">
            <a:extLst xmlns:a="http://schemas.openxmlformats.org/drawingml/2006/main">
              <a:ext uri="{FF2B5EF4-FFF2-40B4-BE49-F238E27FC236}">
                <a16:creationId xmlns:a16="http://schemas.microsoft.com/office/drawing/2014/main" id="{14884D0D-D38B-4B3A-9911-71BD44C505A3}"/>
              </a:ext>
            </a:extLst>
          </p:cNvPr>
          <p:cNvSpPr>
            <a:spLocks xmlns:a="http://schemas.openxmlformats.org/drawingml/2006/main" noGrp="1"/>
          </p:cNvSpPr>
          <p:nvPr/>
        </p:nvSpPr>
        <p:spPr>
          <a:xfrm xmlns:a="http://schemas.openxmlformats.org/drawingml/2006/main">
            <a:off x="6477000" y="3333750"/>
            <a:ext cx="4524375" cy="125730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8" name="">
            <a:extLst xmlns:a="http://schemas.openxmlformats.org/drawingml/2006/main">
              <a:ext uri="{FF2B5EF4-FFF2-40B4-BE49-F238E27FC236}">
                <a16:creationId xmlns:a16="http://schemas.microsoft.com/office/drawing/2014/main" id="{2909EF2E-308D-4258-B6ED-7CC57D23F2ED}"/>
              </a:ext>
            </a:extLst>
          </p:cNvPr>
          <p:cNvSpPr>
            <a:spLocks xmlns:a="http://schemas.openxmlformats.org/drawingml/2006/main" noGrp="1"/>
          </p:cNvSpPr>
          <p:nvPr/>
        </p:nvSpPr>
        <p:spPr>
          <a:xfrm xmlns:a="http://schemas.openxmlformats.org/drawingml/2006/main">
            <a:off x="6629400" y="3467100"/>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NODE.JS / EXPRESS</a:t>
            </a:r>
          </a:p>
        </p:txBody>
      </p:sp>
      <p:sp>
        <p:nvSpPr>
          <p:cNvPr id="9" name="">
            <a:extLst xmlns:a="http://schemas.openxmlformats.org/drawingml/2006/main">
              <a:ext uri="{FF2B5EF4-FFF2-40B4-BE49-F238E27FC236}">
                <a16:creationId xmlns:a16="http://schemas.microsoft.com/office/drawing/2014/main" id="{64FDE085-C77A-4339-B73A-8DABF83A2433}"/>
              </a:ext>
            </a:extLst>
          </p:cNvPr>
          <p:cNvSpPr>
            <a:spLocks xmlns:a="http://schemas.openxmlformats.org/drawingml/2006/main" noGrp="1"/>
          </p:cNvSpPr>
          <p:nvPr/>
        </p:nvSpPr>
        <p:spPr>
          <a:xfrm xmlns:a="http://schemas.openxmlformats.org/drawingml/2006/main">
            <a:off x="6629400" y="3857625"/>
            <a:ext cx="4219575"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API et logique métier</a:t>
            </a:r>
          </a:p>
        </p:txBody>
      </p:sp>
      <p:sp>
        <p:nvSpPr>
          <p:cNvPr id="10" name="">
            <a:extLst xmlns:a="http://schemas.openxmlformats.org/drawingml/2006/main">
              <a:ext uri="{FF2B5EF4-FFF2-40B4-BE49-F238E27FC236}">
                <a16:creationId xmlns:a16="http://schemas.microsoft.com/office/drawing/2014/main" id="{2C92C252-EF66-40B9-9DC7-9031462B394C}"/>
              </a:ext>
            </a:extLst>
          </p:cNvPr>
          <p:cNvSpPr>
            <a:spLocks xmlns:a="http://schemas.openxmlformats.org/drawingml/2006/main" noGrp="1"/>
          </p:cNvSpPr>
          <p:nvPr/>
        </p:nvSpPr>
        <p:spPr>
          <a:xfrm xmlns:a="http://schemas.openxmlformats.org/drawingml/2006/main">
            <a:off x="11811000" y="3333750"/>
            <a:ext cx="4524375" cy="125730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11" name="">
            <a:extLst xmlns:a="http://schemas.openxmlformats.org/drawingml/2006/main">
              <a:ext uri="{FF2B5EF4-FFF2-40B4-BE49-F238E27FC236}">
                <a16:creationId xmlns:a16="http://schemas.microsoft.com/office/drawing/2014/main" id="{43A2179F-220E-4EE3-9F07-811F3388E123}"/>
              </a:ext>
            </a:extLst>
          </p:cNvPr>
          <p:cNvSpPr>
            <a:spLocks xmlns:a="http://schemas.openxmlformats.org/drawingml/2006/main" noGrp="1"/>
          </p:cNvSpPr>
          <p:nvPr/>
        </p:nvSpPr>
        <p:spPr>
          <a:xfrm xmlns:a="http://schemas.openxmlformats.org/drawingml/2006/main">
            <a:off x="11963400" y="3467100"/>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MYSQL</a:t>
            </a:r>
          </a:p>
        </p:txBody>
      </p:sp>
      <p:sp>
        <p:nvSpPr>
          <p:cNvPr id="12" name="">
            <a:extLst xmlns:a="http://schemas.openxmlformats.org/drawingml/2006/main">
              <a:ext uri="{FF2B5EF4-FFF2-40B4-BE49-F238E27FC236}">
                <a16:creationId xmlns:a16="http://schemas.microsoft.com/office/drawing/2014/main" id="{51A1767D-8802-4978-BC50-BB3E7E0031CD}"/>
              </a:ext>
            </a:extLst>
          </p:cNvPr>
          <p:cNvSpPr>
            <a:spLocks xmlns:a="http://schemas.openxmlformats.org/drawingml/2006/main" noGrp="1"/>
          </p:cNvSpPr>
          <p:nvPr/>
        </p:nvSpPr>
        <p:spPr>
          <a:xfrm xmlns:a="http://schemas.openxmlformats.org/drawingml/2006/main">
            <a:off x="11963400" y="3857625"/>
            <a:ext cx="4219575"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Persistance structurée</a:t>
            </a:r>
          </a:p>
        </p:txBody>
      </p:sp>
      <p:sp>
        <p:nvSpPr>
          <p:cNvPr id="13" name="">
            <a:extLst xmlns:a="http://schemas.openxmlformats.org/drawingml/2006/main">
              <a:ext uri="{FF2B5EF4-FFF2-40B4-BE49-F238E27FC236}">
                <a16:creationId xmlns:a16="http://schemas.microsoft.com/office/drawing/2014/main" id="{E9577DAD-EB9B-40C6-A5AD-515D52ED1BF1}"/>
              </a:ext>
            </a:extLst>
          </p:cNvPr>
          <p:cNvSpPr>
            <a:spLocks xmlns:a="http://schemas.openxmlformats.org/drawingml/2006/main" noGrp="1"/>
          </p:cNvSpPr>
          <p:nvPr/>
        </p:nvSpPr>
        <p:spPr>
          <a:xfrm xmlns:a="http://schemas.openxmlformats.org/drawingml/2006/main">
            <a:off x="1143000" y="5067300"/>
            <a:ext cx="4524375" cy="125730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14" name="">
            <a:extLst xmlns:a="http://schemas.openxmlformats.org/drawingml/2006/main">
              <a:ext uri="{FF2B5EF4-FFF2-40B4-BE49-F238E27FC236}">
                <a16:creationId xmlns:a16="http://schemas.microsoft.com/office/drawing/2014/main" id="{71FECB84-C9D7-4749-9BC2-E4B84106D9C6}"/>
              </a:ext>
            </a:extLst>
          </p:cNvPr>
          <p:cNvSpPr>
            <a:spLocks xmlns:a="http://schemas.openxmlformats.org/drawingml/2006/main" noGrp="1"/>
          </p:cNvSpPr>
          <p:nvPr/>
        </p:nvSpPr>
        <p:spPr>
          <a:xfrm xmlns:a="http://schemas.openxmlformats.org/drawingml/2006/main">
            <a:off x="1295400" y="5200650"/>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SOCKET.IO</a:t>
            </a:r>
          </a:p>
        </p:txBody>
      </p:sp>
      <p:sp>
        <p:nvSpPr>
          <p:cNvPr id="15" name="">
            <a:extLst xmlns:a="http://schemas.openxmlformats.org/drawingml/2006/main">
              <a:ext uri="{FF2B5EF4-FFF2-40B4-BE49-F238E27FC236}">
                <a16:creationId xmlns:a16="http://schemas.microsoft.com/office/drawing/2014/main" id="{653DC12A-4F08-4660-A97F-FEA4017051EA}"/>
              </a:ext>
            </a:extLst>
          </p:cNvPr>
          <p:cNvSpPr>
            <a:spLocks xmlns:a="http://schemas.openxmlformats.org/drawingml/2006/main" noGrp="1"/>
          </p:cNvSpPr>
          <p:nvPr/>
        </p:nvSpPr>
        <p:spPr>
          <a:xfrm xmlns:a="http://schemas.openxmlformats.org/drawingml/2006/main">
            <a:off x="1295400" y="5591175"/>
            <a:ext cx="4219575"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Échanges temps réel</a:t>
            </a:r>
          </a:p>
        </p:txBody>
      </p:sp>
      <p:sp>
        <p:nvSpPr>
          <p:cNvPr id="16" name="">
            <a:extLst xmlns:a="http://schemas.openxmlformats.org/drawingml/2006/main">
              <a:ext uri="{FF2B5EF4-FFF2-40B4-BE49-F238E27FC236}">
                <a16:creationId xmlns:a16="http://schemas.microsoft.com/office/drawing/2014/main" id="{1A443F12-7EF2-4F1C-8FEE-CEE873FB5B16}"/>
              </a:ext>
            </a:extLst>
          </p:cNvPr>
          <p:cNvSpPr>
            <a:spLocks xmlns:a="http://schemas.openxmlformats.org/drawingml/2006/main" noGrp="1"/>
          </p:cNvSpPr>
          <p:nvPr/>
        </p:nvSpPr>
        <p:spPr>
          <a:xfrm xmlns:a="http://schemas.openxmlformats.org/drawingml/2006/main">
            <a:off x="6477000" y="5067300"/>
            <a:ext cx="4524375" cy="125730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17" name="">
            <a:extLst xmlns:a="http://schemas.openxmlformats.org/drawingml/2006/main">
              <a:ext uri="{FF2B5EF4-FFF2-40B4-BE49-F238E27FC236}">
                <a16:creationId xmlns:a16="http://schemas.microsoft.com/office/drawing/2014/main" id="{8AC1E904-9179-49A6-ADC9-ADB38431F718}"/>
              </a:ext>
            </a:extLst>
          </p:cNvPr>
          <p:cNvSpPr>
            <a:spLocks xmlns:a="http://schemas.openxmlformats.org/drawingml/2006/main" noGrp="1"/>
          </p:cNvSpPr>
          <p:nvPr/>
        </p:nvSpPr>
        <p:spPr>
          <a:xfrm xmlns:a="http://schemas.openxmlformats.org/drawingml/2006/main">
            <a:off x="6629400" y="5200650"/>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JWT + BCRYPT</a:t>
            </a:r>
          </a:p>
        </p:txBody>
      </p:sp>
      <p:sp>
        <p:nvSpPr>
          <p:cNvPr id="18" name="">
            <a:extLst xmlns:a="http://schemas.openxmlformats.org/drawingml/2006/main">
              <a:ext uri="{FF2B5EF4-FFF2-40B4-BE49-F238E27FC236}">
                <a16:creationId xmlns:a16="http://schemas.microsoft.com/office/drawing/2014/main" id="{88CEE7F4-9F02-4E66-B8FF-94443A2934F8}"/>
              </a:ext>
            </a:extLst>
          </p:cNvPr>
          <p:cNvSpPr>
            <a:spLocks xmlns:a="http://schemas.openxmlformats.org/drawingml/2006/main" noGrp="1"/>
          </p:cNvSpPr>
          <p:nvPr/>
        </p:nvSpPr>
        <p:spPr>
          <a:xfrm xmlns:a="http://schemas.openxmlformats.org/drawingml/2006/main">
            <a:off x="6629400" y="5591175"/>
            <a:ext cx="4219575"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Authentification sécurisée</a:t>
            </a:r>
          </a:p>
        </p:txBody>
      </p:sp>
      <p:sp>
        <p:nvSpPr>
          <p:cNvPr id="19" name="">
            <a:extLst xmlns:a="http://schemas.openxmlformats.org/drawingml/2006/main">
              <a:ext uri="{FF2B5EF4-FFF2-40B4-BE49-F238E27FC236}">
                <a16:creationId xmlns:a16="http://schemas.microsoft.com/office/drawing/2014/main" id="{1A99600B-6512-4C93-946A-DCDF6C9301C6}"/>
              </a:ext>
            </a:extLst>
          </p:cNvPr>
          <p:cNvSpPr>
            <a:spLocks xmlns:a="http://schemas.openxmlformats.org/drawingml/2006/main" noGrp="1"/>
          </p:cNvSpPr>
          <p:nvPr/>
        </p:nvSpPr>
        <p:spPr>
          <a:xfrm xmlns:a="http://schemas.openxmlformats.org/drawingml/2006/main">
            <a:off x="11811000" y="5067300"/>
            <a:ext cx="4524375" cy="125730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20" name="">
            <a:extLst xmlns:a="http://schemas.openxmlformats.org/drawingml/2006/main">
              <a:ext uri="{FF2B5EF4-FFF2-40B4-BE49-F238E27FC236}">
                <a16:creationId xmlns:a16="http://schemas.microsoft.com/office/drawing/2014/main" id="{9747D8B7-9B8F-4B44-B191-F61E24E0CE81}"/>
              </a:ext>
            </a:extLst>
          </p:cNvPr>
          <p:cNvSpPr>
            <a:spLocks xmlns:a="http://schemas.openxmlformats.org/drawingml/2006/main" noGrp="1"/>
          </p:cNvSpPr>
          <p:nvPr/>
        </p:nvSpPr>
        <p:spPr>
          <a:xfrm xmlns:a="http://schemas.openxmlformats.org/drawingml/2006/main">
            <a:off x="11963400" y="5200650"/>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UML</a:t>
            </a:r>
          </a:p>
        </p:txBody>
      </p:sp>
      <p:sp>
        <p:nvSpPr>
          <p:cNvPr id="21" name="">
            <a:extLst xmlns:a="http://schemas.openxmlformats.org/drawingml/2006/main">
              <a:ext uri="{FF2B5EF4-FFF2-40B4-BE49-F238E27FC236}">
                <a16:creationId xmlns:a16="http://schemas.microsoft.com/office/drawing/2014/main" id="{DC6D2D8B-A393-490C-82A8-DFB9730B4689}"/>
              </a:ext>
            </a:extLst>
          </p:cNvPr>
          <p:cNvSpPr>
            <a:spLocks xmlns:a="http://schemas.openxmlformats.org/drawingml/2006/main" noGrp="1"/>
          </p:cNvSpPr>
          <p:nvPr/>
        </p:nvSpPr>
        <p:spPr>
          <a:xfrm xmlns:a="http://schemas.openxmlformats.org/drawingml/2006/main">
            <a:off x="11963400" y="5591175"/>
            <a:ext cx="4219575"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Modélisation préalable</a:t>
            </a:r>
          </a:p>
        </p:txBody>
      </p:sp>
    </p:spTree>
    <p:extLst>
      <p:ext uri="{BB962C8B-B14F-4D97-AF65-F5344CB8AC3E}">
        <p14:creationId xmlns:p14="http://schemas.microsoft.com/office/powerpoint/2010/main" val="1470453755"/>
      </p:ext>
    </p:extLst>
  </p:cSld>
</p:sld>
</file>

<file path=ppt/slides/slide14.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51B455B0-2FC9-4DF4-9AE9-CBAFF23BF46C}"/>
              </a:ext>
            </a:extLst>
          </p:cNvPr>
          <p:cNvSpPr>
            <a:spLocks xmlns:a="http://schemas.openxmlformats.org/drawingml/2006/main" noGrp="1"/>
          </p:cNvSpPr>
          <p:nvPr/>
        </p:nvSpPr>
        <p:spPr>
          <a:xfrm xmlns:a="http://schemas.openxmlformats.org/drawingml/2006/main" rot="0">
            <a:off x="1287288" y="1266825"/>
            <a:ext cx="11755373" cy="1164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8583"/>
              </a:lnSpc>
              <a:buAutoNum type="arabicPeriod" startAt="1"/>
            </a:pPr>
            <a:r>
              <a:rPr sz="9229" b="1" i="1">
                <a:solidFill>
                  <a:srgbClr val="373132"/>
                </a:solidFill>
                <a:latin typeface="Playfair Display Bold Italics"/>
                <a:ea typeface="Playfair Display Bold Italics"/>
                <a:cs typeface="Playfair Display Bold Italics"/>
              </a:rPr>
              <a:t>SÉCURITÉ</a:t>
            </a:r>
          </a:p>
        </p:txBody>
      </p:sp>
      <p:sp>
        <p:nvSpPr>
          <p:cNvPr id="3" name="TextBox 3">
            <a:extLst xmlns:a="http://schemas.openxmlformats.org/drawingml/2006/main">
              <a:ext uri="{FF2B5EF4-FFF2-40B4-BE49-F238E27FC236}">
                <a16:creationId xmlns:a16="http://schemas.microsoft.com/office/drawing/2014/main" id="{00D38BFC-3DFD-444A-B51D-C005BAB0476A}"/>
              </a:ext>
            </a:extLst>
          </p:cNvPr>
          <p:cNvSpPr>
            <a:spLocks xmlns:a="http://schemas.openxmlformats.org/drawingml/2006/main" noGrp="1"/>
          </p:cNvSpPr>
          <p:nvPr/>
        </p:nvSpPr>
        <p:spPr>
          <a:xfrm xmlns:a="http://schemas.openxmlformats.org/drawingml/2006/main" rot="0">
            <a:off x="8946614" y="6770822"/>
            <a:ext cx="8312686" cy="24874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L'accès est gouverné par le profil connecté : chaque utilisateur n'agit que dans son périmètre autorisé.</a:t>
            </a:r>
          </a:p>
        </p:txBody>
      </p:sp>
      <p:sp>
        <p:nvSpPr>
          <p:cNvPr id="4" name="">
            <a:extLst xmlns:a="http://schemas.openxmlformats.org/drawingml/2006/main">
              <a:ext uri="{FF2B5EF4-FFF2-40B4-BE49-F238E27FC236}">
                <a16:creationId xmlns:a16="http://schemas.microsoft.com/office/drawing/2014/main" id="{463A7282-FA9E-41BA-842F-24D8D35140E5}"/>
              </a:ext>
            </a:extLst>
          </p:cNvPr>
          <p:cNvSpPr>
            <a:spLocks xmlns:a="http://schemas.openxmlformats.org/drawingml/2006/main" noGrp="1"/>
          </p:cNvSpPr>
          <p:nvPr/>
        </p:nvSpPr>
        <p:spPr>
          <a:xfrm xmlns:a="http://schemas.openxmlformats.org/drawingml/2006/main">
            <a:off x="1524000" y="2990850"/>
            <a:ext cx="14763750" cy="619125"/>
          </a:xfrm>
          <a:prstGeom xmlns:a="http://schemas.openxmlformats.org/drawingml/2006/main" prst="rect">
            <a:avLst/>
          </a:prstGeom>
          <a:solidFill xmlns:a="http://schemas.openxmlformats.org/drawingml/2006/main">
            <a:srgbClr val="393332"/>
          </a:solidFill>
          <a:ln xmlns:a="http://schemas.openxmlformats.org/drawingml/2006/main" w="9525">
            <a:solidFill>
              <a:srgbClr val="ACA39A"/>
            </a:solidFill>
            <a:prstDash val="solid"/>
          </a:ln>
        </p:spPr>
      </p:sp>
      <p:sp>
        <p:nvSpPr>
          <p:cNvPr id="5" name="">
            <a:extLst xmlns:a="http://schemas.openxmlformats.org/drawingml/2006/main">
              <a:ext uri="{FF2B5EF4-FFF2-40B4-BE49-F238E27FC236}">
                <a16:creationId xmlns:a16="http://schemas.microsoft.com/office/drawing/2014/main" id="{644E523F-1A4D-43C5-92FC-D807DB06B50B}"/>
              </a:ext>
            </a:extLst>
          </p:cNvPr>
          <p:cNvSpPr>
            <a:spLocks xmlns:a="http://schemas.openxmlformats.org/drawingml/2006/main" noGrp="1"/>
          </p:cNvSpPr>
          <p:nvPr/>
        </p:nvSpPr>
        <p:spPr>
          <a:xfrm xmlns:a="http://schemas.openxmlformats.org/drawingml/2006/main">
            <a:off x="1762125" y="3152775"/>
            <a:ext cx="33337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1">
                <a:solidFill>
                  <a:srgbClr val="F4F0E9"/>
                </a:solidFill>
                <a:latin typeface="Public Sans"/>
                <a:ea typeface="Public Sans"/>
                <a:cs typeface="Public Sans"/>
              </a:defRPr>
            </a:pPr>
            <a:r>
              <a:rPr sz="1275" b="1">
                <a:solidFill>
                  <a:srgbClr val="F4F0E9"/>
                </a:solidFill>
                <a:latin typeface="Public Sans"/>
                <a:ea typeface="Public Sans"/>
                <a:cs typeface="Public Sans"/>
              </a:rPr>
              <a:t>AUTHENTIFICATION</a:t>
            </a:r>
          </a:p>
        </p:txBody>
      </p:sp>
      <p:sp>
        <p:nvSpPr>
          <p:cNvPr id="6" name="">
            <a:extLst xmlns:a="http://schemas.openxmlformats.org/drawingml/2006/main">
              <a:ext uri="{FF2B5EF4-FFF2-40B4-BE49-F238E27FC236}">
                <a16:creationId xmlns:a16="http://schemas.microsoft.com/office/drawing/2014/main" id="{61B78ECF-39DB-4C41-8B5D-DE4255EBDF68}"/>
              </a:ext>
            </a:extLst>
          </p:cNvPr>
          <p:cNvSpPr>
            <a:spLocks xmlns:a="http://schemas.openxmlformats.org/drawingml/2006/main" noGrp="1"/>
          </p:cNvSpPr>
          <p:nvPr/>
        </p:nvSpPr>
        <p:spPr>
          <a:xfrm xmlns:a="http://schemas.openxmlformats.org/drawingml/2006/main">
            <a:off x="5695950" y="3152775"/>
            <a:ext cx="96202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350" b="0">
                <a:solidFill>
                  <a:srgbClr val="F4F0E9"/>
                </a:solidFill>
                <a:latin typeface="Public Sans"/>
                <a:ea typeface="Public Sans"/>
                <a:cs typeface="Public Sans"/>
              </a:defRPr>
            </a:pPr>
            <a:r>
              <a:rPr sz="1350" b="0">
                <a:solidFill>
                  <a:srgbClr val="F4F0E9"/>
                </a:solidFill>
                <a:latin typeface="Public Sans"/>
                <a:ea typeface="Public Sans"/>
                <a:cs typeface="Public Sans"/>
              </a:rPr>
              <a:t>JWT + mot de passe haché (bcrypt)</a:t>
            </a:r>
          </a:p>
        </p:txBody>
      </p:sp>
      <p:sp>
        <p:nvSpPr>
          <p:cNvPr id="7" name="">
            <a:extLst xmlns:a="http://schemas.openxmlformats.org/drawingml/2006/main">
              <a:ext uri="{FF2B5EF4-FFF2-40B4-BE49-F238E27FC236}">
                <a16:creationId xmlns:a16="http://schemas.microsoft.com/office/drawing/2014/main" id="{F0A243CC-102E-4AB2-97E7-046774E14E64}"/>
              </a:ext>
            </a:extLst>
          </p:cNvPr>
          <p:cNvSpPr>
            <a:spLocks xmlns:a="http://schemas.openxmlformats.org/drawingml/2006/main" noGrp="1"/>
          </p:cNvSpPr>
          <p:nvPr/>
        </p:nvSpPr>
        <p:spPr>
          <a:xfrm xmlns:a="http://schemas.openxmlformats.org/drawingml/2006/main">
            <a:off x="1524000" y="3676650"/>
            <a:ext cx="14763750" cy="619125"/>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8" name="">
            <a:extLst xmlns:a="http://schemas.openxmlformats.org/drawingml/2006/main">
              <a:ext uri="{FF2B5EF4-FFF2-40B4-BE49-F238E27FC236}">
                <a16:creationId xmlns:a16="http://schemas.microsoft.com/office/drawing/2014/main" id="{7252810A-B164-4B82-8136-8FC8E15E8529}"/>
              </a:ext>
            </a:extLst>
          </p:cNvPr>
          <p:cNvSpPr>
            <a:spLocks xmlns:a="http://schemas.openxmlformats.org/drawingml/2006/main" noGrp="1"/>
          </p:cNvSpPr>
          <p:nvPr/>
        </p:nvSpPr>
        <p:spPr>
          <a:xfrm xmlns:a="http://schemas.openxmlformats.org/drawingml/2006/main">
            <a:off x="1762125" y="3838575"/>
            <a:ext cx="33337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1">
                <a:solidFill>
                  <a:srgbClr val="373130"/>
                </a:solidFill>
                <a:latin typeface="Public Sans"/>
                <a:ea typeface="Public Sans"/>
                <a:cs typeface="Public Sans"/>
              </a:defRPr>
            </a:pPr>
            <a:r>
              <a:rPr sz="1275" b="1">
                <a:solidFill>
                  <a:srgbClr val="373130"/>
                </a:solidFill>
                <a:latin typeface="Public Sans"/>
                <a:ea typeface="Public Sans"/>
                <a:cs typeface="Public Sans"/>
              </a:rPr>
              <a:t>ADMIN</a:t>
            </a:r>
          </a:p>
        </p:txBody>
      </p:sp>
      <p:sp>
        <p:nvSpPr>
          <p:cNvPr id="9" name="">
            <a:extLst xmlns:a="http://schemas.openxmlformats.org/drawingml/2006/main">
              <a:ext uri="{FF2B5EF4-FFF2-40B4-BE49-F238E27FC236}">
                <a16:creationId xmlns:a16="http://schemas.microsoft.com/office/drawing/2014/main" id="{99B58B1A-CCAE-4107-A79C-EDC35BC2B625}"/>
              </a:ext>
            </a:extLst>
          </p:cNvPr>
          <p:cNvSpPr>
            <a:spLocks xmlns:a="http://schemas.openxmlformats.org/drawingml/2006/main" noGrp="1"/>
          </p:cNvSpPr>
          <p:nvPr/>
        </p:nvSpPr>
        <p:spPr>
          <a:xfrm xmlns:a="http://schemas.openxmlformats.org/drawingml/2006/main">
            <a:off x="5695950" y="3838575"/>
            <a:ext cx="96202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350" b="0">
                <a:solidFill>
                  <a:srgbClr val="554E4A"/>
                </a:solidFill>
                <a:latin typeface="Public Sans"/>
                <a:ea typeface="Public Sans"/>
                <a:cs typeface="Public Sans"/>
              </a:defRPr>
            </a:pPr>
            <a:r>
              <a:rPr sz="1350" b="0">
                <a:solidFill>
                  <a:srgbClr val="554E4A"/>
                </a:solidFill>
                <a:latin typeface="Public Sans"/>
                <a:ea typeface="Public Sans"/>
                <a:cs typeface="Public Sans"/>
              </a:rPr>
              <a:t>Comptes et services internes</a:t>
            </a:r>
          </a:p>
        </p:txBody>
      </p:sp>
      <p:sp>
        <p:nvSpPr>
          <p:cNvPr id="10" name="">
            <a:extLst xmlns:a="http://schemas.openxmlformats.org/drawingml/2006/main">
              <a:ext uri="{FF2B5EF4-FFF2-40B4-BE49-F238E27FC236}">
                <a16:creationId xmlns:a16="http://schemas.microsoft.com/office/drawing/2014/main" id="{3ABA2211-1038-41C8-B85D-F0E6778C5D63}"/>
              </a:ext>
            </a:extLst>
          </p:cNvPr>
          <p:cNvSpPr>
            <a:spLocks xmlns:a="http://schemas.openxmlformats.org/drawingml/2006/main" noGrp="1"/>
          </p:cNvSpPr>
          <p:nvPr/>
        </p:nvSpPr>
        <p:spPr>
          <a:xfrm xmlns:a="http://schemas.openxmlformats.org/drawingml/2006/main">
            <a:off x="1524000" y="4362450"/>
            <a:ext cx="14763750" cy="619125"/>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11" name="">
            <a:extLst xmlns:a="http://schemas.openxmlformats.org/drawingml/2006/main">
              <a:ext uri="{FF2B5EF4-FFF2-40B4-BE49-F238E27FC236}">
                <a16:creationId xmlns:a16="http://schemas.microsoft.com/office/drawing/2014/main" id="{4A89C39D-DFE0-41F6-B065-A06D30578972}"/>
              </a:ext>
            </a:extLst>
          </p:cNvPr>
          <p:cNvSpPr>
            <a:spLocks xmlns:a="http://schemas.openxmlformats.org/drawingml/2006/main" noGrp="1"/>
          </p:cNvSpPr>
          <p:nvPr/>
        </p:nvSpPr>
        <p:spPr>
          <a:xfrm xmlns:a="http://schemas.openxmlformats.org/drawingml/2006/main">
            <a:off x="1762125" y="4524375"/>
            <a:ext cx="33337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1">
                <a:solidFill>
                  <a:srgbClr val="373130"/>
                </a:solidFill>
                <a:latin typeface="Public Sans"/>
                <a:ea typeface="Public Sans"/>
                <a:cs typeface="Public Sans"/>
              </a:defRPr>
            </a:pPr>
            <a:r>
              <a:rPr sz="1275" b="1">
                <a:solidFill>
                  <a:srgbClr val="373130"/>
                </a:solidFill>
                <a:latin typeface="Public Sans"/>
                <a:ea typeface="Public Sans"/>
                <a:cs typeface="Public Sans"/>
              </a:rPr>
              <a:t>SERVICE DELIVERY</a:t>
            </a:r>
          </a:p>
        </p:txBody>
      </p:sp>
      <p:sp>
        <p:nvSpPr>
          <p:cNvPr id="12" name="">
            <a:extLst xmlns:a="http://schemas.openxmlformats.org/drawingml/2006/main">
              <a:ext uri="{FF2B5EF4-FFF2-40B4-BE49-F238E27FC236}">
                <a16:creationId xmlns:a16="http://schemas.microsoft.com/office/drawing/2014/main" id="{4E11E3A1-EA0B-41AC-8E85-A0FE6E13DDB4}"/>
              </a:ext>
            </a:extLst>
          </p:cNvPr>
          <p:cNvSpPr>
            <a:spLocks xmlns:a="http://schemas.openxmlformats.org/drawingml/2006/main" noGrp="1"/>
          </p:cNvSpPr>
          <p:nvPr/>
        </p:nvSpPr>
        <p:spPr>
          <a:xfrm xmlns:a="http://schemas.openxmlformats.org/drawingml/2006/main">
            <a:off x="5695950" y="4524375"/>
            <a:ext cx="96202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350" b="0">
                <a:solidFill>
                  <a:srgbClr val="554E4A"/>
                </a:solidFill>
                <a:latin typeface="Public Sans"/>
                <a:ea typeface="Public Sans"/>
                <a:cs typeface="Public Sans"/>
              </a:defRPr>
            </a:pPr>
            <a:r>
              <a:rPr sz="1350" b="0">
                <a:solidFill>
                  <a:srgbClr val="554E4A"/>
                </a:solidFill>
                <a:latin typeface="Public Sans"/>
                <a:ea typeface="Public Sans"/>
                <a:cs typeface="Public Sans"/>
              </a:rPr>
              <a:t>Clients, tickets et affectations</a:t>
            </a:r>
          </a:p>
        </p:txBody>
      </p:sp>
      <p:sp>
        <p:nvSpPr>
          <p:cNvPr id="13" name="">
            <a:extLst xmlns:a="http://schemas.openxmlformats.org/drawingml/2006/main">
              <a:ext uri="{FF2B5EF4-FFF2-40B4-BE49-F238E27FC236}">
                <a16:creationId xmlns:a16="http://schemas.microsoft.com/office/drawing/2014/main" id="{56F8D038-CE02-4820-9C52-71697075EDFC}"/>
              </a:ext>
            </a:extLst>
          </p:cNvPr>
          <p:cNvSpPr>
            <a:spLocks xmlns:a="http://schemas.openxmlformats.org/drawingml/2006/main" noGrp="1"/>
          </p:cNvSpPr>
          <p:nvPr/>
        </p:nvSpPr>
        <p:spPr>
          <a:xfrm xmlns:a="http://schemas.openxmlformats.org/drawingml/2006/main">
            <a:off x="1524000" y="5048250"/>
            <a:ext cx="14763750" cy="619125"/>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14" name="">
            <a:extLst xmlns:a="http://schemas.openxmlformats.org/drawingml/2006/main">
              <a:ext uri="{FF2B5EF4-FFF2-40B4-BE49-F238E27FC236}">
                <a16:creationId xmlns:a16="http://schemas.microsoft.com/office/drawing/2014/main" id="{FB8DBD81-6187-4F71-9D64-C0343E7C37B0}"/>
              </a:ext>
            </a:extLst>
          </p:cNvPr>
          <p:cNvSpPr>
            <a:spLocks xmlns:a="http://schemas.openxmlformats.org/drawingml/2006/main" noGrp="1"/>
          </p:cNvSpPr>
          <p:nvPr/>
        </p:nvSpPr>
        <p:spPr>
          <a:xfrm xmlns:a="http://schemas.openxmlformats.org/drawingml/2006/main">
            <a:off x="1762125" y="5210175"/>
            <a:ext cx="33337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1">
                <a:solidFill>
                  <a:srgbClr val="373130"/>
                </a:solidFill>
                <a:latin typeface="Public Sans"/>
                <a:ea typeface="Public Sans"/>
                <a:cs typeface="Public Sans"/>
              </a:defRPr>
            </a:pPr>
            <a:r>
              <a:rPr sz="1275" b="1">
                <a:solidFill>
                  <a:srgbClr val="373130"/>
                </a:solidFill>
                <a:latin typeface="Public Sans"/>
                <a:ea typeface="Public Sans"/>
                <a:cs typeface="Public Sans"/>
              </a:rPr>
              <a:t>IT / PKI</a:t>
            </a:r>
          </a:p>
        </p:txBody>
      </p:sp>
      <p:sp>
        <p:nvSpPr>
          <p:cNvPr id="15" name="">
            <a:extLst xmlns:a="http://schemas.openxmlformats.org/drawingml/2006/main">
              <a:ext uri="{FF2B5EF4-FFF2-40B4-BE49-F238E27FC236}">
                <a16:creationId xmlns:a16="http://schemas.microsoft.com/office/drawing/2014/main" id="{078E8C73-2E54-4A45-9BCB-C6AFC47218F7}"/>
              </a:ext>
            </a:extLst>
          </p:cNvPr>
          <p:cNvSpPr>
            <a:spLocks xmlns:a="http://schemas.openxmlformats.org/drawingml/2006/main" noGrp="1"/>
          </p:cNvSpPr>
          <p:nvPr/>
        </p:nvSpPr>
        <p:spPr>
          <a:xfrm xmlns:a="http://schemas.openxmlformats.org/drawingml/2006/main">
            <a:off x="5695950" y="5210175"/>
            <a:ext cx="96202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350" b="0">
                <a:solidFill>
                  <a:srgbClr val="554E4A"/>
                </a:solidFill>
                <a:latin typeface="Public Sans"/>
                <a:ea typeface="Public Sans"/>
                <a:cs typeface="Public Sans"/>
              </a:defRPr>
            </a:pPr>
            <a:r>
              <a:rPr sz="1350" b="0">
                <a:solidFill>
                  <a:srgbClr val="554E4A"/>
                </a:solidFill>
                <a:latin typeface="Public Sans"/>
                <a:ea typeface="Public Sans"/>
                <a:cs typeface="Public Sans"/>
              </a:rPr>
              <a:t>Traitement des tickets assignés</a:t>
            </a:r>
          </a:p>
        </p:txBody>
      </p:sp>
      <p:sp>
        <p:nvSpPr>
          <p:cNvPr id="16" name="">
            <a:extLst xmlns:a="http://schemas.openxmlformats.org/drawingml/2006/main">
              <a:ext uri="{FF2B5EF4-FFF2-40B4-BE49-F238E27FC236}">
                <a16:creationId xmlns:a16="http://schemas.microsoft.com/office/drawing/2014/main" id="{69AE2A6F-C258-492B-934C-3EBE1021966B}"/>
              </a:ext>
            </a:extLst>
          </p:cNvPr>
          <p:cNvSpPr>
            <a:spLocks xmlns:a="http://schemas.openxmlformats.org/drawingml/2006/main" noGrp="1"/>
          </p:cNvSpPr>
          <p:nvPr/>
        </p:nvSpPr>
        <p:spPr>
          <a:xfrm xmlns:a="http://schemas.openxmlformats.org/drawingml/2006/main">
            <a:off x="1524000" y="5734050"/>
            <a:ext cx="14763750" cy="619125"/>
          </a:xfrm>
          <a:prstGeom xmlns:a="http://schemas.openxmlformats.org/drawingml/2006/main" prst="rect">
            <a:avLst/>
          </a:prstGeom>
          <a:solidFill xmlns:a="http://schemas.openxmlformats.org/drawingml/2006/main">
            <a:srgbClr val="E7E2D9"/>
          </a:solidFill>
          <a:ln xmlns:a="http://schemas.openxmlformats.org/drawingml/2006/main" w="9525">
            <a:solidFill>
              <a:srgbClr val="ACA39A"/>
            </a:solidFill>
            <a:prstDash val="solid"/>
          </a:ln>
        </p:spPr>
      </p:sp>
      <p:sp>
        <p:nvSpPr>
          <p:cNvPr id="17" name="">
            <a:extLst xmlns:a="http://schemas.openxmlformats.org/drawingml/2006/main">
              <a:ext uri="{FF2B5EF4-FFF2-40B4-BE49-F238E27FC236}">
                <a16:creationId xmlns:a16="http://schemas.microsoft.com/office/drawing/2014/main" id="{971FA6EE-EA14-4C98-9D29-1889B53CE975}"/>
              </a:ext>
            </a:extLst>
          </p:cNvPr>
          <p:cNvSpPr>
            <a:spLocks xmlns:a="http://schemas.openxmlformats.org/drawingml/2006/main" noGrp="1"/>
          </p:cNvSpPr>
          <p:nvPr/>
        </p:nvSpPr>
        <p:spPr>
          <a:xfrm xmlns:a="http://schemas.openxmlformats.org/drawingml/2006/main">
            <a:off x="1762125" y="5895975"/>
            <a:ext cx="33337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1">
                <a:solidFill>
                  <a:srgbClr val="373130"/>
                </a:solidFill>
                <a:latin typeface="Public Sans"/>
                <a:ea typeface="Public Sans"/>
                <a:cs typeface="Public Sans"/>
              </a:defRPr>
            </a:pPr>
            <a:r>
              <a:rPr sz="1275" b="1">
                <a:solidFill>
                  <a:srgbClr val="373130"/>
                </a:solidFill>
                <a:latin typeface="Public Sans"/>
                <a:ea typeface="Public Sans"/>
                <a:cs typeface="Public Sans"/>
              </a:rPr>
              <a:t>MANAGER</a:t>
            </a:r>
          </a:p>
        </p:txBody>
      </p:sp>
      <p:sp>
        <p:nvSpPr>
          <p:cNvPr id="18" name="">
            <a:extLst xmlns:a="http://schemas.openxmlformats.org/drawingml/2006/main">
              <a:ext uri="{FF2B5EF4-FFF2-40B4-BE49-F238E27FC236}">
                <a16:creationId xmlns:a16="http://schemas.microsoft.com/office/drawing/2014/main" id="{028742C5-2DFD-46F8-A218-E9C64F413544}"/>
              </a:ext>
            </a:extLst>
          </p:cNvPr>
          <p:cNvSpPr>
            <a:spLocks xmlns:a="http://schemas.openxmlformats.org/drawingml/2006/main" noGrp="1"/>
          </p:cNvSpPr>
          <p:nvPr/>
        </p:nvSpPr>
        <p:spPr>
          <a:xfrm xmlns:a="http://schemas.openxmlformats.org/drawingml/2006/main">
            <a:off x="5695950" y="5895975"/>
            <a:ext cx="9620250" cy="2952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350" b="0">
                <a:solidFill>
                  <a:srgbClr val="554E4A"/>
                </a:solidFill>
                <a:latin typeface="Public Sans"/>
                <a:ea typeface="Public Sans"/>
                <a:cs typeface="Public Sans"/>
              </a:defRPr>
            </a:pPr>
            <a:r>
              <a:rPr sz="1350" b="0">
                <a:solidFill>
                  <a:srgbClr val="554E4A"/>
                </a:solidFill>
                <a:latin typeface="Public Sans"/>
                <a:ea typeface="Public Sans"/>
                <a:cs typeface="Public Sans"/>
              </a:rPr>
              <a:t>Supervision et consultation</a:t>
            </a:r>
          </a:p>
        </p:txBody>
      </p:sp>
    </p:spTree>
    <p:extLst>
      <p:ext uri="{BB962C8B-B14F-4D97-AF65-F5344CB8AC3E}">
        <p14:creationId xmlns:p14="http://schemas.microsoft.com/office/powerpoint/2010/main" val="1470453755"/>
      </p:ext>
    </p:extLst>
  </p:cSld>
</p:sld>
</file>

<file path=ppt/slides/slide15.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51B455B0-2FC9-4DF4-9AE9-CBAFF23BF46C}"/>
              </a:ext>
            </a:extLst>
          </p:cNvPr>
          <p:cNvSpPr>
            <a:spLocks xmlns:a="http://schemas.openxmlformats.org/drawingml/2006/main" noGrp="1"/>
          </p:cNvSpPr>
          <p:nvPr/>
        </p:nvSpPr>
        <p:spPr>
          <a:xfrm xmlns:a="http://schemas.openxmlformats.org/drawingml/2006/main" rot="0">
            <a:off x="1287288" y="1266825"/>
            <a:ext cx="11755373" cy="1164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8583"/>
              </a:lnSpc>
              <a:buAutoNum type="arabicPeriod" startAt="1"/>
            </a:pPr>
            <a:r>
              <a:rPr sz="9229" b="1" i="1">
                <a:solidFill>
                  <a:srgbClr val="373132"/>
                </a:solidFill>
                <a:latin typeface="Playfair Display Bold Italics"/>
                <a:ea typeface="Playfair Display Bold Italics"/>
                <a:cs typeface="Playfair Display Bold Italics"/>
              </a:rPr>
              <a:t>RÉSULTATS</a:t>
            </a:r>
          </a:p>
        </p:txBody>
      </p:sp>
      <p:sp>
        <p:nvSpPr>
          <p:cNvPr id="3" name="TextBox 3">
            <a:extLst xmlns:a="http://schemas.openxmlformats.org/drawingml/2006/main">
              <a:ext uri="{FF2B5EF4-FFF2-40B4-BE49-F238E27FC236}">
                <a16:creationId xmlns:a16="http://schemas.microsoft.com/office/drawing/2014/main" id="{00D38BFC-3DFD-444A-B51D-C005BAB0476A}"/>
              </a:ext>
            </a:extLst>
          </p:cNvPr>
          <p:cNvSpPr>
            <a:spLocks xmlns:a="http://schemas.openxmlformats.org/drawingml/2006/main" noGrp="1"/>
          </p:cNvSpPr>
          <p:nvPr/>
        </p:nvSpPr>
        <p:spPr>
          <a:xfrm xmlns:a="http://schemas.openxmlformats.org/drawingml/2006/main" rot="0">
            <a:off x="8946614" y="6770822"/>
            <a:ext cx="8312686" cy="24874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Le prototype matérialise un parcours centralisé, contrôlé par rôles et orienté suivi client.</a:t>
            </a:r>
          </a:p>
        </p:txBody>
      </p:sp>
      <p:sp>
        <p:nvSpPr>
          <p:cNvPr id="4" name="">
            <a:extLst xmlns:a="http://schemas.openxmlformats.org/drawingml/2006/main">
              <a:ext uri="{FF2B5EF4-FFF2-40B4-BE49-F238E27FC236}">
                <a16:creationId xmlns:a16="http://schemas.microsoft.com/office/drawing/2014/main" id="{529B9DE1-61EC-4D85-A659-1B879DB23235}"/>
              </a:ext>
            </a:extLst>
          </p:cNvPr>
          <p:cNvSpPr>
            <a:spLocks xmlns:a="http://schemas.openxmlformats.org/drawingml/2006/main" noGrp="1"/>
          </p:cNvSpPr>
          <p:nvPr/>
        </p:nvSpPr>
        <p:spPr>
          <a:xfrm xmlns:a="http://schemas.openxmlformats.org/drawingml/2006/main">
            <a:off x="1123950" y="3286125"/>
            <a:ext cx="4524375" cy="123825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5" name="">
            <a:extLst xmlns:a="http://schemas.openxmlformats.org/drawingml/2006/main">
              <a:ext uri="{FF2B5EF4-FFF2-40B4-BE49-F238E27FC236}">
                <a16:creationId xmlns:a16="http://schemas.microsoft.com/office/drawing/2014/main" id="{4287216C-E9E4-4735-AEF0-8E5DBEA01763}"/>
              </a:ext>
            </a:extLst>
          </p:cNvPr>
          <p:cNvSpPr>
            <a:spLocks xmlns:a="http://schemas.openxmlformats.org/drawingml/2006/main" noGrp="1"/>
          </p:cNvSpPr>
          <p:nvPr/>
        </p:nvSpPr>
        <p:spPr>
          <a:xfrm xmlns:a="http://schemas.openxmlformats.org/drawingml/2006/main">
            <a:off x="1276350" y="3419475"/>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CENTRALISATION</a:t>
            </a:r>
          </a:p>
        </p:txBody>
      </p:sp>
      <p:sp>
        <p:nvSpPr>
          <p:cNvPr id="6" name="">
            <a:extLst xmlns:a="http://schemas.openxmlformats.org/drawingml/2006/main">
              <a:ext uri="{FF2B5EF4-FFF2-40B4-BE49-F238E27FC236}">
                <a16:creationId xmlns:a16="http://schemas.microsoft.com/office/drawing/2014/main" id="{9430F261-3453-4C8F-88F2-449DD69708B4}"/>
              </a:ext>
            </a:extLst>
          </p:cNvPr>
          <p:cNvSpPr>
            <a:spLocks xmlns:a="http://schemas.openxmlformats.org/drawingml/2006/main" noGrp="1"/>
          </p:cNvSpPr>
          <p:nvPr/>
        </p:nvSpPr>
        <p:spPr>
          <a:xfrm xmlns:a="http://schemas.openxmlformats.org/drawingml/2006/main">
            <a:off x="1276350" y="3810000"/>
            <a:ext cx="4219575"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Tickets et contacts réunis</a:t>
            </a:r>
          </a:p>
        </p:txBody>
      </p:sp>
      <p:sp>
        <p:nvSpPr>
          <p:cNvPr id="7" name="">
            <a:extLst xmlns:a="http://schemas.openxmlformats.org/drawingml/2006/main">
              <a:ext uri="{FF2B5EF4-FFF2-40B4-BE49-F238E27FC236}">
                <a16:creationId xmlns:a16="http://schemas.microsoft.com/office/drawing/2014/main" id="{5AD90E05-C79A-4F26-AA0A-6B9A84013AF0}"/>
              </a:ext>
            </a:extLst>
          </p:cNvPr>
          <p:cNvSpPr>
            <a:spLocks xmlns:a="http://schemas.openxmlformats.org/drawingml/2006/main" noGrp="1"/>
          </p:cNvSpPr>
          <p:nvPr/>
        </p:nvSpPr>
        <p:spPr>
          <a:xfrm xmlns:a="http://schemas.openxmlformats.org/drawingml/2006/main">
            <a:off x="6457950" y="3286125"/>
            <a:ext cx="4524375" cy="123825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8" name="">
            <a:extLst xmlns:a="http://schemas.openxmlformats.org/drawingml/2006/main">
              <a:ext uri="{FF2B5EF4-FFF2-40B4-BE49-F238E27FC236}">
                <a16:creationId xmlns:a16="http://schemas.microsoft.com/office/drawing/2014/main" id="{B28B0EB2-8E6F-42A8-A50E-58144711060E}"/>
              </a:ext>
            </a:extLst>
          </p:cNvPr>
          <p:cNvSpPr>
            <a:spLocks xmlns:a="http://schemas.openxmlformats.org/drawingml/2006/main" noGrp="1"/>
          </p:cNvSpPr>
          <p:nvPr/>
        </p:nvSpPr>
        <p:spPr>
          <a:xfrm xmlns:a="http://schemas.openxmlformats.org/drawingml/2006/main">
            <a:off x="6610350" y="3419475"/>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TRAÇABILITÉ</a:t>
            </a:r>
          </a:p>
        </p:txBody>
      </p:sp>
      <p:sp>
        <p:nvSpPr>
          <p:cNvPr id="9" name="">
            <a:extLst xmlns:a="http://schemas.openxmlformats.org/drawingml/2006/main">
              <a:ext uri="{FF2B5EF4-FFF2-40B4-BE49-F238E27FC236}">
                <a16:creationId xmlns:a16="http://schemas.microsoft.com/office/drawing/2014/main" id="{FA49266D-0F84-4CD9-9F00-04687E257262}"/>
              </a:ext>
            </a:extLst>
          </p:cNvPr>
          <p:cNvSpPr>
            <a:spLocks xmlns:a="http://schemas.openxmlformats.org/drawingml/2006/main" noGrp="1"/>
          </p:cNvSpPr>
          <p:nvPr/>
        </p:nvSpPr>
        <p:spPr>
          <a:xfrm xmlns:a="http://schemas.openxmlformats.org/drawingml/2006/main">
            <a:off x="6610350" y="3810000"/>
            <a:ext cx="4219575"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Statuts et échanges suivis</a:t>
            </a:r>
          </a:p>
        </p:txBody>
      </p:sp>
      <p:sp>
        <p:nvSpPr>
          <p:cNvPr id="10" name="">
            <a:extLst xmlns:a="http://schemas.openxmlformats.org/drawingml/2006/main">
              <a:ext uri="{FF2B5EF4-FFF2-40B4-BE49-F238E27FC236}">
                <a16:creationId xmlns:a16="http://schemas.microsoft.com/office/drawing/2014/main" id="{7FA47768-D450-498B-8CC2-26639D56B980}"/>
              </a:ext>
            </a:extLst>
          </p:cNvPr>
          <p:cNvSpPr>
            <a:spLocks xmlns:a="http://schemas.openxmlformats.org/drawingml/2006/main" noGrp="1"/>
          </p:cNvSpPr>
          <p:nvPr/>
        </p:nvSpPr>
        <p:spPr>
          <a:xfrm xmlns:a="http://schemas.openxmlformats.org/drawingml/2006/main">
            <a:off x="11791950" y="3286125"/>
            <a:ext cx="4524375" cy="123825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11" name="">
            <a:extLst xmlns:a="http://schemas.openxmlformats.org/drawingml/2006/main">
              <a:ext uri="{FF2B5EF4-FFF2-40B4-BE49-F238E27FC236}">
                <a16:creationId xmlns:a16="http://schemas.microsoft.com/office/drawing/2014/main" id="{AA266CD1-C33F-43DA-9E1B-E313E1370C46}"/>
              </a:ext>
            </a:extLst>
          </p:cNvPr>
          <p:cNvSpPr>
            <a:spLocks xmlns:a="http://schemas.openxmlformats.org/drawingml/2006/main" noGrp="1"/>
          </p:cNvSpPr>
          <p:nvPr/>
        </p:nvSpPr>
        <p:spPr>
          <a:xfrm xmlns:a="http://schemas.openxmlformats.org/drawingml/2006/main">
            <a:off x="11944350" y="3419475"/>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AFFECTATION</a:t>
            </a:r>
          </a:p>
        </p:txBody>
      </p:sp>
      <p:sp>
        <p:nvSpPr>
          <p:cNvPr id="12" name="">
            <a:extLst xmlns:a="http://schemas.openxmlformats.org/drawingml/2006/main">
              <a:ext uri="{FF2B5EF4-FFF2-40B4-BE49-F238E27FC236}">
                <a16:creationId xmlns:a16="http://schemas.microsoft.com/office/drawing/2014/main" id="{4221260D-EE2F-4A17-B782-CA63F3C212ED}"/>
              </a:ext>
            </a:extLst>
          </p:cNvPr>
          <p:cNvSpPr>
            <a:spLocks xmlns:a="http://schemas.openxmlformats.org/drawingml/2006/main" noGrp="1"/>
          </p:cNvSpPr>
          <p:nvPr/>
        </p:nvSpPr>
        <p:spPr>
          <a:xfrm xmlns:a="http://schemas.openxmlformats.org/drawingml/2006/main">
            <a:off x="11944350" y="3810000"/>
            <a:ext cx="4219575"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Orientation IT / PKI</a:t>
            </a:r>
          </a:p>
        </p:txBody>
      </p:sp>
      <p:sp>
        <p:nvSpPr>
          <p:cNvPr id="13" name="">
            <a:extLst xmlns:a="http://schemas.openxmlformats.org/drawingml/2006/main">
              <a:ext uri="{FF2B5EF4-FFF2-40B4-BE49-F238E27FC236}">
                <a16:creationId xmlns:a16="http://schemas.microsoft.com/office/drawing/2014/main" id="{C5071F14-0B8E-4777-9069-ECDA46F1A6B5}"/>
              </a:ext>
            </a:extLst>
          </p:cNvPr>
          <p:cNvSpPr>
            <a:spLocks xmlns:a="http://schemas.openxmlformats.org/drawingml/2006/main" noGrp="1"/>
          </p:cNvSpPr>
          <p:nvPr/>
        </p:nvSpPr>
        <p:spPr>
          <a:xfrm xmlns:a="http://schemas.openxmlformats.org/drawingml/2006/main">
            <a:off x="1123950" y="5048250"/>
            <a:ext cx="4524375" cy="123825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14" name="">
            <a:extLst xmlns:a="http://schemas.openxmlformats.org/drawingml/2006/main">
              <a:ext uri="{FF2B5EF4-FFF2-40B4-BE49-F238E27FC236}">
                <a16:creationId xmlns:a16="http://schemas.microsoft.com/office/drawing/2014/main" id="{47E564AB-6CEF-4528-91E4-9B164EE1ACE8}"/>
              </a:ext>
            </a:extLst>
          </p:cNvPr>
          <p:cNvSpPr>
            <a:spLocks xmlns:a="http://schemas.openxmlformats.org/drawingml/2006/main" noGrp="1"/>
          </p:cNvSpPr>
          <p:nvPr/>
        </p:nvSpPr>
        <p:spPr>
          <a:xfrm xmlns:a="http://schemas.openxmlformats.org/drawingml/2006/main">
            <a:off x="1276350" y="5181600"/>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SUPERVISION</a:t>
            </a:r>
          </a:p>
        </p:txBody>
      </p:sp>
      <p:sp>
        <p:nvSpPr>
          <p:cNvPr id="15" name="">
            <a:extLst xmlns:a="http://schemas.openxmlformats.org/drawingml/2006/main">
              <a:ext uri="{FF2B5EF4-FFF2-40B4-BE49-F238E27FC236}">
                <a16:creationId xmlns:a16="http://schemas.microsoft.com/office/drawing/2014/main" id="{15B572A5-D94D-49FB-A92C-71E50E4C54BC}"/>
              </a:ext>
            </a:extLst>
          </p:cNvPr>
          <p:cNvSpPr>
            <a:spLocks xmlns:a="http://schemas.openxmlformats.org/drawingml/2006/main" noGrp="1"/>
          </p:cNvSpPr>
          <p:nvPr/>
        </p:nvSpPr>
        <p:spPr>
          <a:xfrm xmlns:a="http://schemas.openxmlformats.org/drawingml/2006/main">
            <a:off x="1276350" y="5572125"/>
            <a:ext cx="4219575"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Tableaux de bord par rôle</a:t>
            </a:r>
          </a:p>
        </p:txBody>
      </p:sp>
      <p:sp>
        <p:nvSpPr>
          <p:cNvPr id="16" name="">
            <a:extLst xmlns:a="http://schemas.openxmlformats.org/drawingml/2006/main">
              <a:ext uri="{FF2B5EF4-FFF2-40B4-BE49-F238E27FC236}">
                <a16:creationId xmlns:a16="http://schemas.microsoft.com/office/drawing/2014/main" id="{BFED5E4C-A5A4-43AD-AB26-89FF00A99C30}"/>
              </a:ext>
            </a:extLst>
          </p:cNvPr>
          <p:cNvSpPr>
            <a:spLocks xmlns:a="http://schemas.openxmlformats.org/drawingml/2006/main" noGrp="1"/>
          </p:cNvSpPr>
          <p:nvPr/>
        </p:nvSpPr>
        <p:spPr>
          <a:xfrm xmlns:a="http://schemas.openxmlformats.org/drawingml/2006/main">
            <a:off x="6457950" y="5048250"/>
            <a:ext cx="4524375" cy="123825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17" name="">
            <a:extLst xmlns:a="http://schemas.openxmlformats.org/drawingml/2006/main">
              <a:ext uri="{FF2B5EF4-FFF2-40B4-BE49-F238E27FC236}">
                <a16:creationId xmlns:a16="http://schemas.microsoft.com/office/drawing/2014/main" id="{96990A24-65B4-45B8-89FE-8858160800B2}"/>
              </a:ext>
            </a:extLst>
          </p:cNvPr>
          <p:cNvSpPr>
            <a:spLocks xmlns:a="http://schemas.openxmlformats.org/drawingml/2006/main" noGrp="1"/>
          </p:cNvSpPr>
          <p:nvPr/>
        </p:nvSpPr>
        <p:spPr>
          <a:xfrm xmlns:a="http://schemas.openxmlformats.org/drawingml/2006/main">
            <a:off x="6610350" y="5181600"/>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COLLABORATION</a:t>
            </a:r>
          </a:p>
        </p:txBody>
      </p:sp>
      <p:sp>
        <p:nvSpPr>
          <p:cNvPr id="18" name="">
            <a:extLst xmlns:a="http://schemas.openxmlformats.org/drawingml/2006/main">
              <a:ext uri="{FF2B5EF4-FFF2-40B4-BE49-F238E27FC236}">
                <a16:creationId xmlns:a16="http://schemas.microsoft.com/office/drawing/2014/main" id="{9C5C3706-27F1-473B-9CB7-FC54ADD09A04}"/>
              </a:ext>
            </a:extLst>
          </p:cNvPr>
          <p:cNvSpPr>
            <a:spLocks xmlns:a="http://schemas.openxmlformats.org/drawingml/2006/main" noGrp="1"/>
          </p:cNvSpPr>
          <p:nvPr/>
        </p:nvSpPr>
        <p:spPr>
          <a:xfrm xmlns:a="http://schemas.openxmlformats.org/drawingml/2006/main">
            <a:off x="6610350" y="5572125"/>
            <a:ext cx="4219575"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Commentaires et réunions</a:t>
            </a:r>
          </a:p>
        </p:txBody>
      </p:sp>
      <p:sp>
        <p:nvSpPr>
          <p:cNvPr id="19" name="">
            <a:extLst xmlns:a="http://schemas.openxmlformats.org/drawingml/2006/main">
              <a:ext uri="{FF2B5EF4-FFF2-40B4-BE49-F238E27FC236}">
                <a16:creationId xmlns:a16="http://schemas.microsoft.com/office/drawing/2014/main" id="{C803C4B4-43A6-4F80-97A8-145D26B66D69}"/>
              </a:ext>
            </a:extLst>
          </p:cNvPr>
          <p:cNvSpPr>
            <a:spLocks xmlns:a="http://schemas.openxmlformats.org/drawingml/2006/main" noGrp="1"/>
          </p:cNvSpPr>
          <p:nvPr/>
        </p:nvSpPr>
        <p:spPr>
          <a:xfrm xmlns:a="http://schemas.openxmlformats.org/drawingml/2006/main">
            <a:off x="11791950" y="5048250"/>
            <a:ext cx="4524375" cy="1238250"/>
          </a:xfrm>
          <a:prstGeom xmlns:a="http://schemas.openxmlformats.org/drawingml/2006/main" prst="rect">
            <a:avLst/>
          </a:prstGeom>
          <a:solidFill xmlns:a="http://schemas.openxmlformats.org/drawingml/2006/main">
            <a:srgbClr val="ECE7DE"/>
          </a:solidFill>
          <a:ln xmlns:a="http://schemas.openxmlformats.org/drawingml/2006/main" w="9525">
            <a:solidFill>
              <a:srgbClr val="BDB4AA"/>
            </a:solidFill>
            <a:prstDash val="solid"/>
          </a:ln>
        </p:spPr>
      </p:sp>
      <p:sp>
        <p:nvSpPr>
          <p:cNvPr id="20" name="">
            <a:extLst xmlns:a="http://schemas.openxmlformats.org/drawingml/2006/main">
              <a:ext uri="{FF2B5EF4-FFF2-40B4-BE49-F238E27FC236}">
                <a16:creationId xmlns:a16="http://schemas.microsoft.com/office/drawing/2014/main" id="{CDE32086-F0D5-4A8E-9326-D227922F0BA1}"/>
              </a:ext>
            </a:extLst>
          </p:cNvPr>
          <p:cNvSpPr>
            <a:spLocks xmlns:a="http://schemas.openxmlformats.org/drawingml/2006/main" noGrp="1"/>
          </p:cNvSpPr>
          <p:nvPr/>
        </p:nvSpPr>
        <p:spPr>
          <a:xfrm xmlns:a="http://schemas.openxmlformats.org/drawingml/2006/main">
            <a:off x="11944350" y="5181600"/>
            <a:ext cx="42195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00" b="1">
                <a:solidFill>
                  <a:srgbClr val="373130"/>
                </a:solidFill>
                <a:latin typeface="Public Sans"/>
                <a:ea typeface="Public Sans"/>
                <a:cs typeface="Public Sans"/>
              </a:defRPr>
            </a:pPr>
            <a:r>
              <a:rPr sz="1200" b="1">
                <a:solidFill>
                  <a:srgbClr val="373130"/>
                </a:solidFill>
                <a:latin typeface="Public Sans"/>
                <a:ea typeface="Public Sans"/>
                <a:cs typeface="Public Sans"/>
              </a:rPr>
              <a:t>ORGANISATION</a:t>
            </a:r>
          </a:p>
        </p:txBody>
      </p:sp>
      <p:sp>
        <p:nvSpPr>
          <p:cNvPr id="21" name="">
            <a:extLst xmlns:a="http://schemas.openxmlformats.org/drawingml/2006/main">
              <a:ext uri="{FF2B5EF4-FFF2-40B4-BE49-F238E27FC236}">
                <a16:creationId xmlns:a16="http://schemas.microsoft.com/office/drawing/2014/main" id="{152F705E-1978-48C0-84C8-94A7782D64C2}"/>
              </a:ext>
            </a:extLst>
          </p:cNvPr>
          <p:cNvSpPr>
            <a:spLocks xmlns:a="http://schemas.openxmlformats.org/drawingml/2006/main" noGrp="1"/>
          </p:cNvSpPr>
          <p:nvPr/>
        </p:nvSpPr>
        <p:spPr>
          <a:xfrm xmlns:a="http://schemas.openxmlformats.org/drawingml/2006/main">
            <a:off x="11944350" y="5572125"/>
            <a:ext cx="4219575"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66675" rIns="95250" bIns="66675" anchor="ctr"/>
          <a:lstStyle xmlns:a="http://schemas.openxmlformats.org/drawingml/2006/main"/>
          <a:p xmlns:a="http://schemas.openxmlformats.org/drawingml/2006/main">
            <a:pPr algn="l">
              <a:defRPr sz="1275" b="0">
                <a:solidFill>
                  <a:srgbClr val="554E4A"/>
                </a:solidFill>
                <a:latin typeface="Public Sans"/>
                <a:ea typeface="Public Sans"/>
                <a:cs typeface="Public Sans"/>
              </a:defRPr>
            </a:pPr>
            <a:r>
              <a:rPr sz="1275" b="0">
                <a:solidFill>
                  <a:srgbClr val="554E4A"/>
                </a:solidFill>
                <a:latin typeface="Public Sans"/>
                <a:ea typeface="Public Sans"/>
                <a:cs typeface="Public Sans"/>
              </a:rPr>
              <a:t>Information consultable rapidement</a:t>
            </a:r>
          </a:p>
        </p:txBody>
      </p:sp>
    </p:spTree>
    <p:extLst>
      <p:ext uri="{BB962C8B-B14F-4D97-AF65-F5344CB8AC3E}">
        <p14:creationId xmlns:p14="http://schemas.microsoft.com/office/powerpoint/2010/main" val="1470453755"/>
      </p:ext>
    </p:extLst>
  </p:cSld>
</p:sld>
</file>

<file path=ppt/slides/slide16.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779335CE-2366-485C-A46B-DB97CBC76A5F}"/>
              </a:ext>
            </a:extLst>
          </p:cNvPr>
          <p:cNvSpPr>
            <a:spLocks xmlns:a="http://schemas.openxmlformats.org/drawingml/2006/main" noGrp="1"/>
          </p:cNvSpPr>
          <p:nvPr/>
        </p:nvSpPr>
        <p:spPr>
          <a:xfrm xmlns:a="http://schemas.openxmlformats.org/drawingml/2006/main" rot="0">
            <a:off x="607370" y="803245"/>
            <a:ext cx="16870209" cy="1164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1992552" indent="-996276" algn="l">
              <a:lnSpc>
                <a:spcPts val="8583"/>
              </a:lnSpc>
              <a:buAutoNum type="arabicPeriod" startAt="1"/>
            </a:pPr>
            <a:r>
              <a:rPr sz="9229" b="1" i="1">
                <a:solidFill>
                  <a:srgbClr val="373132"/>
                </a:solidFill>
                <a:latin typeface="Playfair Display Bold Italics"/>
                <a:ea typeface="Playfair Display Bold Italics"/>
                <a:cs typeface="Playfair Display Bold Italics"/>
              </a:rPr>
              <a:t>ANALYSE COMPARATIVE</a:t>
            </a:r>
          </a:p>
        </p:txBody>
      </p:sp>
      <p:sp>
        <p:nvSpPr>
          <p:cNvPr id="3" name="TextBox 3">
            <a:extLst xmlns:a="http://schemas.openxmlformats.org/drawingml/2006/main">
              <a:ext uri="{FF2B5EF4-FFF2-40B4-BE49-F238E27FC236}">
                <a16:creationId xmlns:a16="http://schemas.microsoft.com/office/drawing/2014/main" id="{0A1B87F4-2924-4401-AD96-6F42848A198A}"/>
              </a:ext>
            </a:extLst>
          </p:cNvPr>
          <p:cNvSpPr>
            <a:spLocks xmlns:a="http://schemas.openxmlformats.org/drawingml/2006/main" noGrp="1"/>
          </p:cNvSpPr>
          <p:nvPr/>
        </p:nvSpPr>
        <p:spPr>
          <a:xfrm xmlns:a="http://schemas.openxmlformats.org/drawingml/2006/main" rot="0">
            <a:off x="4449885" y="3402139"/>
            <a:ext cx="8312686" cy="24874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Les solutions étudiées structurent généralement soit la relation client, soit le support. AGCE CRM associe ces deux dimensions dans un flux adapté au contexte étudié.</a:t>
            </a:r>
          </a:p>
          <a:p xmlns:a="http://schemas.openxmlformats.org/drawingml/2006/main">
            <a:pPr algn="l">
              <a:lnSpc>
                <a:spcPts val="2163"/>
              </a:lnSpc>
              <a:buNone/>
            </a:pPr>
            <a:r>
              <a:t/>
            </a:r>
          </a:p>
          <a:p xmlns:a="http://schemas.openxmlformats.org/drawingml/2006/main">
            <a:pPr algn="l">
              <a:lnSpc>
                <a:spcPts val="2163"/>
              </a:lnSpc>
              <a:buNone/>
            </a:pPr>
            <a:r>
              <a:rPr sz="2041">
                <a:solidFill>
                  <a:srgbClr val="373132"/>
                </a:solidFill>
                <a:latin typeface="Public Sans"/>
                <a:ea typeface="Public Sans"/>
                <a:cs typeface="Public Sans"/>
              </a:rPr>
              <a:t>La valeur ajoutée tient à la personnalisation des rôles, à l'affectation interne, à la traçabilité des actions et aux tableaux de bord de supervision. Cette cohérence répond aux besoins métier identifiés plutôt qu'à un modèle générique.</a:t>
            </a:r>
          </a:p>
        </p:txBody>
      </p:sp>
    </p:spTree>
    <p:extLst>
      <p:ext uri="{BB962C8B-B14F-4D97-AF65-F5344CB8AC3E}">
        <p14:creationId xmlns:p14="http://schemas.microsoft.com/office/powerpoint/2010/main" val="320330467"/>
      </p:ext>
    </p:extLst>
  </p:cSld>
</p:sld>
</file>

<file path=ppt/slides/slide17.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0F4276F-AA99-42D7-817E-73CEEA3DFE43}"/>
              </a:ext>
            </a:extLst>
          </p:cNvPr>
          <p:cNvSpPr>
            <a:spLocks xmlns:a="http://schemas.openxmlformats.org/drawingml/2006/main" noGrp="1"/>
          </p:cNvSpPr>
          <p:nvPr/>
        </p:nvSpPr>
        <p:spPr>
          <a:xfrm xmlns:a="http://schemas.openxmlformats.org/drawingml/2006/main" rot="0">
            <a:off x="11338036" y="471361"/>
            <a:ext cx="6423428" cy="9322480"/>
          </a:xfrm>
          <a:custGeom xmlns:a="http://schemas.openxmlformats.org/drawingml/2006/main">
            <a:rect l="l" t="t" r="r" b="b"/>
            <a:pathLst>
              <a:path w="995157" h="1444296">
                <a:moveTo>
                  <a:pt x="27721" y="0"/>
                </a:moveTo>
                <a:lnTo>
                  <a:pt x="967436" y="0"/>
                </a:lnTo>
                <a:cubicBezTo>
                  <a:pt x="982746" y="0"/>
                  <a:pt x="995157" y="12411"/>
                  <a:pt x="995157" y="27721"/>
                </a:cubicBezTo>
                <a:lnTo>
                  <a:pt x="995157" y="1416575"/>
                </a:lnTo>
                <a:cubicBezTo>
                  <a:pt x="995157" y="1423927"/>
                  <a:pt x="992237" y="1430978"/>
                  <a:pt x="987038" y="1436177"/>
                </a:cubicBezTo>
                <a:cubicBezTo>
                  <a:pt x="981839" y="1441375"/>
                  <a:pt x="974788" y="1444296"/>
                  <a:pt x="967436" y="1444296"/>
                </a:cubicBezTo>
                <a:lnTo>
                  <a:pt x="27721" y="1444296"/>
                </a:lnTo>
                <a:cubicBezTo>
                  <a:pt x="12411" y="1444296"/>
                  <a:pt x="0" y="1431885"/>
                  <a:pt x="0" y="1416575"/>
                </a:cubicBezTo>
                <a:lnTo>
                  <a:pt x="0" y="27721"/>
                </a:lnTo>
                <a:cubicBezTo>
                  <a:pt x="0" y="12411"/>
                  <a:pt x="12411" y="0"/>
                  <a:pt x="27721" y="0"/>
                </a:cubicBezTo>
                <a:close/>
              </a:path>
            </a:pathLst>
          </a:custGeom>
          <a:blipFill xmlns:a="http://schemas.openxmlformats.org/drawingml/2006/main">
            <a:blip xmlns:r="http://schemas.openxmlformats.org/officeDocument/2006/relationships" r:embed="R4facde6e4d484103"/>
            <a:stretch>
              <a:fillRect l="0" t="-1676" r="0" b="-1676"/>
            </a:stretch>
          </a:blipFill>
        </p:spPr>
      </p:sp>
      <p:sp>
        <p:nvSpPr>
          <p:cNvPr id="4" name="TextBox 4">
            <a:extLst xmlns:a="http://schemas.openxmlformats.org/drawingml/2006/main">
              <a:ext uri="{FF2B5EF4-FFF2-40B4-BE49-F238E27FC236}">
                <a16:creationId xmlns:a16="http://schemas.microsoft.com/office/drawing/2014/main" id="{B317E659-130C-4B44-81F4-21C028EA425E}"/>
              </a:ext>
            </a:extLst>
          </p:cNvPr>
          <p:cNvSpPr>
            <a:spLocks xmlns:a="http://schemas.openxmlformats.org/drawingml/2006/main" noGrp="1"/>
          </p:cNvSpPr>
          <p:nvPr/>
        </p:nvSpPr>
        <p:spPr>
          <a:xfrm xmlns:a="http://schemas.openxmlformats.org/drawingml/2006/main" rot="0">
            <a:off x="1287288" y="1266825"/>
            <a:ext cx="11755373" cy="1164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gn="l">
              <a:lnSpc>
                <a:spcPts val="8583"/>
              </a:lnSpc>
              <a:buNone/>
            </a:pPr>
            <a:r>
              <a:rPr sz="9229" b="1" i="1">
                <a:solidFill>
                  <a:srgbClr val="373132"/>
                </a:solidFill>
                <a:latin typeface="Playfair Display Bold Italics"/>
                <a:ea typeface="Playfair Display Bold Italics"/>
                <a:cs typeface="Playfair Display Bold Italics"/>
              </a:rPr>
              <a:t>Conclusion</a:t>
            </a:r>
          </a:p>
        </p:txBody>
      </p:sp>
      <p:sp>
        <p:nvSpPr>
          <p:cNvPr id="5" name="TextBox 5">
            <a:extLst xmlns:a="http://schemas.openxmlformats.org/drawingml/2006/main">
              <a:ext uri="{FF2B5EF4-FFF2-40B4-BE49-F238E27FC236}">
                <a16:creationId xmlns:a16="http://schemas.microsoft.com/office/drawing/2014/main" id="{57A094CF-D306-4EF0-9CEF-9E6FFD7FE638}"/>
              </a:ext>
            </a:extLst>
          </p:cNvPr>
          <p:cNvSpPr>
            <a:spLocks xmlns:a="http://schemas.openxmlformats.org/drawingml/2006/main" noGrp="1"/>
          </p:cNvSpPr>
          <p:nvPr/>
        </p:nvSpPr>
        <p:spPr>
          <a:xfrm xmlns:a="http://schemas.openxmlformats.org/drawingml/2006/main" rot="0">
            <a:off x="1287288" y="6792620"/>
            <a:ext cx="8312686" cy="221300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Le projet part d'un problème de dispersion et de visibilité limitée des demandes. La solution AGCE CRM centralise les tickets, structure le suivi client et organise les responsabilités par rôle.</a:t>
            </a:r>
          </a:p>
          <a:p xmlns:a="http://schemas.openxmlformats.org/drawingml/2006/main">
            <a:pPr algn="l">
              <a:lnSpc>
                <a:spcPts val="2163"/>
              </a:lnSpc>
              <a:buNone/>
            </a:pPr>
            <a:r>
              <a:t/>
            </a:r>
          </a:p>
          <a:p xmlns:a="http://schemas.openxmlformats.org/drawingml/2006/main">
            <a:pPr algn="l">
              <a:lnSpc>
                <a:spcPts val="2163"/>
              </a:lnSpc>
              <a:buNone/>
            </a:pPr>
            <a:r>
              <a:rPr sz="2041">
                <a:solidFill>
                  <a:srgbClr val="373132"/>
                </a:solidFill>
                <a:latin typeface="Public Sans"/>
                <a:ea typeface="Public Sans"/>
                <a:cs typeface="Public Sans"/>
              </a:rPr>
              <a:t>Le prototype obtenu répond aux objectifs fonctionnels fixés et constitue une base adaptée pour améliorer la coordination et la traçabilité au sein de l'organisation.</a:t>
            </a:r>
          </a:p>
        </p:txBody>
      </p:sp>
    </p:spTree>
    <p:extLst>
      <p:ext uri="{BB962C8B-B14F-4D97-AF65-F5344CB8AC3E}">
        <p14:creationId xmlns:p14="http://schemas.microsoft.com/office/powerpoint/2010/main" val="358014115"/>
      </p:ext>
    </p:extLst>
  </p:cSld>
</p:sld>
</file>

<file path=ppt/slides/slide18.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AB849A04-5C88-481F-B673-1E855F99976B}"/>
              </a:ext>
            </a:extLst>
          </p:cNvPr>
          <p:cNvSpPr>
            <a:spLocks xmlns:a="http://schemas.openxmlformats.org/drawingml/2006/main" noGrp="1"/>
          </p:cNvSpPr>
          <p:nvPr/>
        </p:nvSpPr>
        <p:spPr>
          <a:xfrm xmlns:a="http://schemas.openxmlformats.org/drawingml/2006/main" rot="0">
            <a:off x="11338036" y="471361"/>
            <a:ext cx="6423428" cy="9322480"/>
          </a:xfrm>
          <a:custGeom xmlns:a="http://schemas.openxmlformats.org/drawingml/2006/main">
            <a:rect l="l" t="t" r="r" b="b"/>
            <a:pathLst>
              <a:path w="995157" h="1444296">
                <a:moveTo>
                  <a:pt x="27721" y="0"/>
                </a:moveTo>
                <a:lnTo>
                  <a:pt x="967436" y="0"/>
                </a:lnTo>
                <a:cubicBezTo>
                  <a:pt x="982746" y="0"/>
                  <a:pt x="995157" y="12411"/>
                  <a:pt x="995157" y="27721"/>
                </a:cubicBezTo>
                <a:lnTo>
                  <a:pt x="995157" y="1416575"/>
                </a:lnTo>
                <a:cubicBezTo>
                  <a:pt x="995157" y="1423927"/>
                  <a:pt x="992237" y="1430978"/>
                  <a:pt x="987038" y="1436177"/>
                </a:cubicBezTo>
                <a:cubicBezTo>
                  <a:pt x="981839" y="1441375"/>
                  <a:pt x="974788" y="1444296"/>
                  <a:pt x="967436" y="1444296"/>
                </a:cubicBezTo>
                <a:lnTo>
                  <a:pt x="27721" y="1444296"/>
                </a:lnTo>
                <a:cubicBezTo>
                  <a:pt x="12411" y="1444296"/>
                  <a:pt x="0" y="1431885"/>
                  <a:pt x="0" y="1416575"/>
                </a:cubicBezTo>
                <a:lnTo>
                  <a:pt x="0" y="27721"/>
                </a:lnTo>
                <a:cubicBezTo>
                  <a:pt x="0" y="12411"/>
                  <a:pt x="12411" y="0"/>
                  <a:pt x="27721" y="0"/>
                </a:cubicBezTo>
                <a:close/>
              </a:path>
            </a:pathLst>
          </a:custGeom>
          <a:blipFill xmlns:a="http://schemas.openxmlformats.org/drawingml/2006/main">
            <a:blip xmlns:r="http://schemas.openxmlformats.org/officeDocument/2006/relationships" r:embed="R53ba9819eb5645f4"/>
            <a:stretch>
              <a:fillRect l="0" t="-1676" r="0" b="-1676"/>
            </a:stretch>
          </a:blipFill>
        </p:spPr>
      </p:sp>
      <p:sp>
        <p:nvSpPr>
          <p:cNvPr id="4" name="TextBox 4">
            <a:extLst xmlns:a="http://schemas.openxmlformats.org/drawingml/2006/main">
              <a:ext uri="{FF2B5EF4-FFF2-40B4-BE49-F238E27FC236}">
                <a16:creationId xmlns:a16="http://schemas.microsoft.com/office/drawing/2014/main" id="{56F1C349-FBC2-449B-B63B-999D0F953205}"/>
              </a:ext>
            </a:extLst>
          </p:cNvPr>
          <p:cNvSpPr>
            <a:spLocks xmlns:a="http://schemas.openxmlformats.org/drawingml/2006/main" noGrp="1"/>
          </p:cNvSpPr>
          <p:nvPr/>
        </p:nvSpPr>
        <p:spPr>
          <a:xfrm xmlns:a="http://schemas.openxmlformats.org/drawingml/2006/main" rot="0">
            <a:off x="0" y="818697"/>
            <a:ext cx="11755373" cy="116418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indent="0" algn="l">
              <a:lnSpc>
                <a:spcPts val="8583"/>
              </a:lnSpc>
              <a:buNone/>
            </a:pPr>
            <a:r>
              <a:rPr sz="9229" b="1" i="1">
                <a:solidFill>
                  <a:srgbClr val="373132"/>
                </a:solidFill>
                <a:latin typeface="Playfair Display Bold Italics"/>
                <a:ea typeface="Playfair Display Bold Italics"/>
                <a:cs typeface="Playfair Display Bold Italics"/>
              </a:rPr>
              <a:t>Perspectives futures</a:t>
            </a:r>
          </a:p>
        </p:txBody>
      </p:sp>
      <p:sp>
        <p:nvSpPr>
          <p:cNvPr id="5" name="TextBox 5">
            <a:extLst xmlns:a="http://schemas.openxmlformats.org/drawingml/2006/main">
              <a:ext uri="{FF2B5EF4-FFF2-40B4-BE49-F238E27FC236}">
                <a16:creationId xmlns:a16="http://schemas.microsoft.com/office/drawing/2014/main" id="{E0499A5A-3796-452D-AB19-2C50B101A342}"/>
              </a:ext>
            </a:extLst>
          </p:cNvPr>
          <p:cNvSpPr>
            <a:spLocks xmlns:a="http://schemas.openxmlformats.org/drawingml/2006/main" noGrp="1"/>
          </p:cNvSpPr>
          <p:nvPr/>
        </p:nvSpPr>
        <p:spPr>
          <a:xfrm xmlns:a="http://schemas.openxmlformats.org/drawingml/2006/main" rot="0">
            <a:off x="1287288" y="6792620"/>
            <a:ext cx="8312686" cy="221300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163"/>
              </a:lnSpc>
              <a:buNone/>
            </a:pPr>
            <a:r>
              <a:rPr sz="2041">
                <a:solidFill>
                  <a:srgbClr val="373132"/>
                </a:solidFill>
                <a:latin typeface="Public Sans"/>
                <a:ea typeface="Public Sans"/>
                <a:cs typeface="Public Sans"/>
              </a:rPr>
              <a:t>Renforcer la solution par des tests automatisés, une authentification multifactorielle et un suivi de sécurité approfondi.</a:t>
            </a:r>
          </a:p>
          <a:p xmlns:a="http://schemas.openxmlformats.org/drawingml/2006/main">
            <a:pPr algn="l">
              <a:lnSpc>
                <a:spcPts val="2163"/>
              </a:lnSpc>
              <a:buNone/>
            </a:pPr>
            <a:r>
              <a:t/>
            </a:r>
          </a:p>
          <a:p xmlns:a="http://schemas.openxmlformats.org/drawingml/2006/main">
            <a:pPr algn="l">
              <a:lnSpc>
                <a:spcPts val="2163"/>
              </a:lnSpc>
              <a:buNone/>
            </a:pPr>
            <a:r>
              <a:rPr sz="2041">
                <a:solidFill>
                  <a:srgbClr val="373132"/>
                </a:solidFill>
                <a:latin typeface="Public Sans"/>
                <a:ea typeface="Public Sans"/>
                <a:cs typeface="Public Sans"/>
              </a:rPr>
              <a:t>Étendre les tableaux de bord, les notifications, le monitoring et les sauvegardes; envisager ensuite le déploiement, l'assistance IA et une déclinaison mobile.</a:t>
            </a:r>
          </a:p>
        </p:txBody>
      </p:sp>
    </p:spTree>
    <p:extLst>
      <p:ext uri="{BB962C8B-B14F-4D97-AF65-F5344CB8AC3E}">
        <p14:creationId xmlns:p14="http://schemas.microsoft.com/office/powerpoint/2010/main" val="970150526"/>
      </p:ext>
    </p:extLst>
  </p:cSld>
</p:sld>
</file>

<file path=ppt/slides/slide19.xml><?xml version="1.0" encoding="utf-8"?>
<p:sld xmlns:p="http://schemas.openxmlformats.org/presentationml/2006/main">
  <p:cSld>
    <p:bg>
      <p:bgPr>
        <a:solidFill xmlns:a="http://schemas.openxmlformats.org/drawingml/2006/main">
          <a:srgbClr val="E4E1D8"/>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6B4F5C0F-E3B1-4B64-8744-959420CE191D}"/>
              </a:ext>
            </a:extLst>
          </p:cNvPr>
          <p:cNvSpPr>
            <a:spLocks xmlns:a="http://schemas.openxmlformats.org/drawingml/2006/main" noGrp="1"/>
          </p:cNvSpPr>
          <p:nvPr/>
        </p:nvSpPr>
        <p:spPr>
          <a:xfrm xmlns:a="http://schemas.openxmlformats.org/drawingml/2006/main" rot="0">
            <a:off x="538217" y="3537854"/>
            <a:ext cx="17749783" cy="43412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8438"/>
              </a:lnSpc>
              <a:buNone/>
            </a:pPr>
            <a:r>
              <a:rPr sz="9073" b="1" i="1">
                <a:solidFill>
                  <a:srgbClr val="373132"/>
                </a:solidFill>
                <a:latin typeface="Playfair Display Bold Italics"/>
                <a:ea typeface="Playfair Display Bold Italics"/>
                <a:cs typeface="Playfair Display Bold Italics"/>
              </a:rPr>
              <a:t>Merci pour votre écoute !</a:t>
            </a:r>
          </a:p>
          <a:p xmlns:a="http://schemas.openxmlformats.org/drawingml/2006/main">
            <a:pPr algn="ctr">
              <a:lnSpc>
                <a:spcPts val="8438"/>
              </a:lnSpc>
              <a:buNone/>
            </a:pPr>
            <a:r>
              <a:t/>
            </a:r>
          </a:p>
          <a:p xmlns:a="http://schemas.openxmlformats.org/drawingml/2006/main">
            <a:pPr marL="0" indent="0" algn="ctr">
              <a:lnSpc>
                <a:spcPts val="8438"/>
              </a:lnSpc>
              <a:buNone/>
            </a:pPr>
            <a:r>
              <a:rPr sz="9073" b="1" i="1">
                <a:solidFill>
                  <a:srgbClr val="373132"/>
                </a:solidFill>
                <a:latin typeface="Playfair Display Bold Italics"/>
                <a:ea typeface="Playfair Display Bold Italics"/>
                <a:cs typeface="Playfair Display Bold Italics"/>
              </a:rPr>
              <a:t>Nous sommes prêts pour vos questions !</a:t>
            </a:r>
          </a:p>
        </p:txBody>
      </p:sp>
    </p:spTree>
    <p:extLst>
      <p:ext uri="{BB962C8B-B14F-4D97-AF65-F5344CB8AC3E}">
        <p14:creationId xmlns:p14="http://schemas.microsoft.com/office/powerpoint/2010/main" val="878629425"/>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2026-05-26T14:27:52.9570000Z</dcterms:created>
  <dcterms:modified xsi:type="dcterms:W3CDTF">2026-05-26T14:27:52.9570000Z</dcterms:modified>
</coreProperties>
</file>