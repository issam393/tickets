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67d92d25514295" /><Relationship Type="http://schemas.openxmlformats.org/officeDocument/2006/relationships/extended-properties" Target="/docProps/app.xml" Id="R546e35004a894dd2" /><Relationship Type="http://schemas.openxmlformats.org/officeDocument/2006/relationships/officeDocument" Target="/ppt/presentation.xml" Id="R3c09cf36f736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b8e94083f456b"/>
  </p:sldMasterIdLst>
  <p:notesMasterIdLst>
    <p:notesMasterId xmlns:r="http://schemas.openxmlformats.org/officeDocument/2006/relationships" r:id="R322a5795db444219"/>
  </p:notesMasterIdLst>
  <p:sldIdLst>
    <p:sldId xmlns:r="http://schemas.openxmlformats.org/officeDocument/2006/relationships" id="256" r:id="R2d1333a6ec1b4c59"/>
    <p:sldId xmlns:r="http://schemas.openxmlformats.org/officeDocument/2006/relationships" id="257" r:id="R6a7354d056ae4309"/>
    <p:sldId xmlns:r="http://schemas.openxmlformats.org/officeDocument/2006/relationships" id="258" r:id="R5358f04279a74903"/>
    <p:sldId xmlns:r="http://schemas.openxmlformats.org/officeDocument/2006/relationships" id="259" r:id="R5a81e46e745f43d6"/>
    <p:sldId xmlns:r="http://schemas.openxmlformats.org/officeDocument/2006/relationships" id="260" r:id="R9b475d79479844a8"/>
    <p:sldId xmlns:r="http://schemas.openxmlformats.org/officeDocument/2006/relationships" id="261" r:id="Rdf2322f5ebb84950"/>
    <p:sldId xmlns:r="http://schemas.openxmlformats.org/officeDocument/2006/relationships" id="262" r:id="R31dbf7fa65d44732"/>
    <p:sldId xmlns:r="http://schemas.openxmlformats.org/officeDocument/2006/relationships" id="263" r:id="R3d040a51d0c44a3f"/>
    <p:sldId xmlns:r="http://schemas.openxmlformats.org/officeDocument/2006/relationships" id="264" r:id="Rb8e95f1cfd0e4bb6"/>
    <p:sldId xmlns:r="http://schemas.openxmlformats.org/officeDocument/2006/relationships" id="265" r:id="Rf709a44f221d41bd"/>
    <p:sldId xmlns:r="http://schemas.openxmlformats.org/officeDocument/2006/relationships" id="266" r:id="Rec1f1d8c7b134f8a"/>
    <p:sldId xmlns:r="http://schemas.openxmlformats.org/officeDocument/2006/relationships" id="267" r:id="Re266e37031f349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6706ae162457f" /><Relationship Type="http://schemas.openxmlformats.org/officeDocument/2006/relationships/slideMaster" Target="/ppt/slideMasters/slideMaster1.xml" Id="R9e4b8e94083f456b" /><Relationship Type="http://schemas.openxmlformats.org/officeDocument/2006/relationships/notesMaster" Target="/ppt/notesMasters/notesMaster1.xml" Id="R322a5795db444219" /><Relationship Type="http://schemas.openxmlformats.org/officeDocument/2006/relationships/presProps" Target="/ppt/presProps.xml" Id="R5cea7ec37c474a08" /><Relationship Type="http://schemas.openxmlformats.org/officeDocument/2006/relationships/tableStyles" Target="/ppt/tableStyles.xml" Id="R16f842582a8543f0" /><Relationship Type="http://schemas.openxmlformats.org/officeDocument/2006/relationships/slide" Target="/ppt/slides/slide1.xml" Id="R2d1333a6ec1b4c59" /><Relationship Type="http://schemas.openxmlformats.org/officeDocument/2006/relationships/slide" Target="/ppt/slides/slide2.xml" Id="R6a7354d056ae4309" /><Relationship Type="http://schemas.openxmlformats.org/officeDocument/2006/relationships/slide" Target="/ppt/slides/slide3.xml" Id="R5358f04279a74903" /><Relationship Type="http://schemas.openxmlformats.org/officeDocument/2006/relationships/slide" Target="/ppt/slides/slide4.xml" Id="R5a81e46e745f43d6" /><Relationship Type="http://schemas.openxmlformats.org/officeDocument/2006/relationships/slide" Target="/ppt/slides/slide5.xml" Id="R9b475d79479844a8" /><Relationship Type="http://schemas.openxmlformats.org/officeDocument/2006/relationships/slide" Target="/ppt/slides/slide6.xml" Id="Rdf2322f5ebb84950" /><Relationship Type="http://schemas.openxmlformats.org/officeDocument/2006/relationships/slide" Target="/ppt/slides/slide7.xml" Id="R31dbf7fa65d44732" /><Relationship Type="http://schemas.openxmlformats.org/officeDocument/2006/relationships/slide" Target="/ppt/slides/slide8.xml" Id="R3d040a51d0c44a3f" /><Relationship Type="http://schemas.openxmlformats.org/officeDocument/2006/relationships/slide" Target="/ppt/slides/slide9.xml" Id="Rb8e95f1cfd0e4bb6" /><Relationship Type="http://schemas.openxmlformats.org/officeDocument/2006/relationships/slide" Target="/ppt/slides/slide10.xml" Id="Rf709a44f221d41bd" /><Relationship Type="http://schemas.openxmlformats.org/officeDocument/2006/relationships/slide" Target="/ppt/slides/slide11.xml" Id="Rec1f1d8c7b134f8a" /><Relationship Type="http://schemas.openxmlformats.org/officeDocument/2006/relationships/slide" Target="/ppt/slides/slide12.xml" Id="Re266e37031f3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cb20b016e448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f39ebd29f49e0" /><Relationship Type="http://schemas.openxmlformats.org/officeDocument/2006/relationships/notesMaster" Target="/ppt/notesMasters/notesMaster1.xml" Id="R356b11197a524c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b15b6d9fa461f" /><Relationship Type="http://schemas.openxmlformats.org/officeDocument/2006/relationships/notesMaster" Target="/ppt/notesMasters/notesMaster1.xml" Id="R255c70a3f509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2e5cbd085447e" /><Relationship Type="http://schemas.openxmlformats.org/officeDocument/2006/relationships/notesMaster" Target="/ppt/notesMasters/notesMaster1.xml" Id="R771ac7dc3e70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8945ff2c44bd7" /><Relationship Type="http://schemas.openxmlformats.org/officeDocument/2006/relationships/notesMaster" Target="/ppt/notesMasters/notesMaster1.xml" Id="Rb5c4b4e4c2d24c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1321970b14a7f" /><Relationship Type="http://schemas.openxmlformats.org/officeDocument/2006/relationships/notesMaster" Target="/ppt/notesMasters/notesMaster1.xml" Id="Rbcbe3544a0fb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0e5ef8aa2b4cb2" /><Relationship Type="http://schemas.openxmlformats.org/officeDocument/2006/relationships/notesMaster" Target="/ppt/notesMasters/notesMaster1.xml" Id="Rd777a1bfccb34b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917f96b04e48d2" /><Relationship Type="http://schemas.openxmlformats.org/officeDocument/2006/relationships/notesMaster" Target="/ppt/notesMasters/notesMaster1.xml" Id="R4136cbb926dd4a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ecb2023704cc4" /><Relationship Type="http://schemas.openxmlformats.org/officeDocument/2006/relationships/notesMaster" Target="/ppt/notesMasters/notesMaster1.xml" Id="Re900ee1f009642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6e8e8d4a974169" /><Relationship Type="http://schemas.openxmlformats.org/officeDocument/2006/relationships/notesMaster" Target="/ppt/notesMasters/notesMaster1.xml" Id="Rcef6043bf1e549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d3295db0884709" /><Relationship Type="http://schemas.openxmlformats.org/officeDocument/2006/relationships/notesMaster" Target="/ppt/notesMasters/notesMaster1.xml" Id="Rebb57ea1383946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661663532140b2" /><Relationship Type="http://schemas.openxmlformats.org/officeDocument/2006/relationships/notesMaster" Target="/ppt/notesMasters/notesMaster1.xml" Id="R2124d1a4e8294c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841dcc51e54714" /><Relationship Type="http://schemas.openxmlformats.org/officeDocument/2006/relationships/notesMaster" Target="/ppt/notesMasters/notesMaster1.xml" Id="Ra16b6008cf71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273bfdeb4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de639aaa54a5a" /><Relationship Type="http://schemas.openxmlformats.org/officeDocument/2006/relationships/slideLayout" Target="/ppt/slideLayouts/slideLayout1.xml" Id="Rf5bf900cde74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f900cde74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5d32b10fe4135" /><Relationship Type="http://schemas.openxmlformats.org/officeDocument/2006/relationships/notesSlide" Target="/ppt/notesSlides/notesSlide1.xml" Id="R957b37642842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61463eb394b2e" /><Relationship Type="http://schemas.openxmlformats.org/officeDocument/2006/relationships/notesSlide" Target="/ppt/notesSlides/notesSlide2.xml" Id="R9690945da86a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d55996ede40dd" /><Relationship Type="http://schemas.openxmlformats.org/officeDocument/2006/relationships/notesSlide" Target="/ppt/notesSlides/notesSlide3.xml" Id="R4784ea45333240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c00b5ac5643b0" /><Relationship Type="http://schemas.openxmlformats.org/officeDocument/2006/relationships/notesSlide" Target="/ppt/notesSlides/notesSlide4.xml" Id="Ra78273f77d95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9c3e70a24890" /><Relationship Type="http://schemas.openxmlformats.org/officeDocument/2006/relationships/notesSlide" Target="/ppt/notesSlides/notesSlide5.xml" Id="Radf59cb7ba6540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be055c68b4e88" /><Relationship Type="http://schemas.openxmlformats.org/officeDocument/2006/relationships/notesSlide" Target="/ppt/notesSlides/notesSlide6.xml" Id="Rcda893954206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9ffa5bc7046ab" /><Relationship Type="http://schemas.openxmlformats.org/officeDocument/2006/relationships/notesSlide" Target="/ppt/notesSlides/notesSlide7.xml" Id="Re34ed8d51ae440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00a1414bf4a30" /><Relationship Type="http://schemas.openxmlformats.org/officeDocument/2006/relationships/notesSlide" Target="/ppt/notesSlides/notesSlide8.xml" Id="R7970d764e2e148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480feccbe4081" /><Relationship Type="http://schemas.openxmlformats.org/officeDocument/2006/relationships/notesSlide" Target="/ppt/notesSlides/notesSlide9.xml" Id="Ra5da0ce77e7a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bd05af3c54a0e" /><Relationship Type="http://schemas.openxmlformats.org/officeDocument/2006/relationships/notesSlide" Target="/ppt/notesSlides/notesSlide10.xml" Id="Rf553d38e3ea046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63627b76a41e4" /><Relationship Type="http://schemas.openxmlformats.org/officeDocument/2006/relationships/notesSlide" Target="/ppt/notesSlides/notesSlide11.xml" Id="Ra246b70b3db047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7da83c7a744da" /><Relationship Type="http://schemas.openxmlformats.org/officeDocument/2006/relationships/notesSlide" Target="/ppt/notesSlides/notesSlide12.xml" Id="Rf1b3502ea2124c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8DDCC-495F-40C2-AE77-75F0E07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LIVRABLE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5D792-F568-4163-8F13-090E3BE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AGCE CRM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C43B-4B57-4D98-A7F3-13DB4218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Reprise, analyse, securite et deploiement sur plateforme de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C1A61-030D-4C9A-996B-0BFC8268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Support de presentation pour l'equipe IT - base sur la documentation technique, fonctionnelle, les flux metier et le processus de protection.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1F6B9-36E4-4419-8C0E-DE3C59C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E916C-FEC6-4301-A30E-C76B6B8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66850"/>
            <a:ext cx="1847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React/Vite</a:t>
            </a:r>
          </a:p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Express</a:t>
            </a:r>
          </a:p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MySQL</a:t>
            </a:r>
          </a:p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Socket.IO</a:t>
            </a:r>
          </a:p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Gmail IMAP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9F4A-1D86-44EC-B172-9DCCAD9B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7750"/>
            <a:ext cx="819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031CD-B48F-4CB4-9D58-95014223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 juillet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864D-1A9B-41FE-AB38-1F38670C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5077A-9A7A-430B-BEFC-F8D5D31D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Presentation de reprise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972F5-CD4D-4946-8DFF-9E2C988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331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3C347-E32D-4298-9E86-C6E10A77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OBJECTIF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F6FA5-855C-45DB-B339-B5DA2BF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L'equipe IT recoit un dossier exploitable, pas seulement une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6450E-FD79-4B43-88FC-46B1A45C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 livrable rassemble le code, la comprehension metier, la configuration et les controles necessaires pour reprendre et tester la 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1F335-2830-497C-84F9-E241850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F611C-7212-4E6D-8EDC-08C699F2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F2F7A-FFB2-4B78-BF0E-96084E5F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FF95-9209-4E60-A221-C0A70711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533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F7046-AE3B-4253-ACDD-085C09F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Code source complet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488E9-5808-4669-AACC-2C7F0909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114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Backend Express, frontend React/Vite, scripts SQL, configuration et structure maintenable du depot.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44140-AEE9-4400-99A5-16932B8D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28875"/>
            <a:ext cx="2533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93F61-C014-47C1-BEED-FC8A1A1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19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Documentation technique et fonctionnelle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8EB40-BCCA-4BB3-8696-C1BF57F7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76575"/>
            <a:ext cx="2114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Roles, modules, API, architecture, base de donnees, flux tickets, e-mails, meetings et dashboards.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8FCA4-6BF6-4696-8E4C-F7EAE12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533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37556-772F-411A-BA3B-FC816253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19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Pre-requis de deploiement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232EB-7D0F-4823-AFFC-372245C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2114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Node.js, npm, MySQL, variables .env, ports, acces Gmail IMAP et plateforme de test.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9CD3E-0B40-4EFD-8D5F-767A8FA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28875"/>
            <a:ext cx="2533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3B8FE-FDC2-4A3D-9869-DE8C51F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19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Livrables de reprise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11EE1-5426-4349-B8AC-52FEDEA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2114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Checklist, controles qualite, points d'attention, documentation Word et cette presentation de synthese.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2C004-DBA5-4201-9E04-6767743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Message 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37601-1559-44BF-9B97-1DA89A3A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La reprise doit commencer par les fichiers .env.example, le schema MySQL et un test de flux complet: login, ticket, message, meeting et inbox e-mail.</a:t>
            </a:r>
          </a:p>
        </p:txBody>
      </p:sp>
    </p:spTree>
    <p:extLst>
      <p:ext uri="{BB962C8B-B14F-4D97-AF65-F5344CB8AC3E}">
        <p14:creationId xmlns:p14="http://schemas.microsoft.com/office/powerpoint/2010/main" val="1426576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6DA63-275A-4C77-A2DF-965153E0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CODE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6F86B-7E3B-4217-B8D7-9AFC2487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 depot est organise en deux applications et des livrables de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9CAEF-AAAA-4040-9C2C-5DA1007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Chaque dossier a un role clair pour la reprise, l'analyse et le deploiement.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EE4B8-D434-46C7-98D4-E07DEF3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2DF39-0A93-44CE-A4B0-BF7B5C2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09120-899B-4C08-8369-EBF737F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F4A56-2480-4478-838A-07D13272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F9000-3198-4FA1-8757-70A06CC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frontend_ticket_gestion/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942FF-B3A9-4E8F-B1D4-30C3C039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0099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Interface React/Vite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Routes protegees par role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Dashboards et composants metier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Configuration VITE_API_URL et VITE_SOCKET_URL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Build et lint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EA3B8-685C-4323-B6A9-9E42675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11586-4327-47AA-9F10-7C60CFD4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backend_ticket_gestion/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21CBF-F03D-4394-812E-533DEA2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30099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API Express et Socket.IO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Modules routes, controllers, services, repositories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Connexion MySQL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Securite, roles et bootstrap admin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Synchronisation Gmail IMAP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EAE02-7DA0-47D5-B2D7-07BC12E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5638B-E0A4-44CA-ADCC-7DEC0DC7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docs / outputs / 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1BC0D-7EFE-42B3-BC0F-329F41E5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0099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Documentation Markdown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Documentation Word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Scripts SQL initiaux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Modeles .env.example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Presentation de reprise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C83D3-2054-4314-BC15-745A6B85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3D"/>
                </a:solidFill>
              </a:defRPr>
            </a:pPr>
            <a:r>
              <a:rPr sz="1275" b="1">
                <a:solidFill>
                  <a:srgbClr val="C43D3D"/>
                </a:solidFill>
              </a:rPr>
              <a:t>A ne pas publier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F52E5-C799-449F-989A-9FB05D46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14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Les vrais fichiers .env, les mots de passe, node_modules, dist et tout secret local restent hors Git.</a:t>
            </a:r>
          </a:p>
        </p:txBody>
      </p:sp>
    </p:spTree>
    <p:extLst>
      <p:ext uri="{BB962C8B-B14F-4D97-AF65-F5344CB8AC3E}">
        <p14:creationId xmlns:p14="http://schemas.microsoft.com/office/powerpoint/2010/main" val="459838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1B861-67B4-4D7C-B8AA-8DD1517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FONCTIONNEL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89696-76B1-47D3-9168-ABD067F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Les roles separent clairement administration, pilotage et traitement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C11BD-AC39-4E6A-8272-EC551A2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Les permissions sont appliquees dans l'interface et verifiees par le backend.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BF926-A658-417C-9DC9-D57D46A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AC202-7620-4850-8430-7624AA0D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C5118-6A3E-4317-93F8-C6B9C37D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E1CF4-8895-4197-897A-3831E950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0D0E9-2C74-4432-936A-AAD46E7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3F3DB-7136-4811-B9A7-06532F3C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Cree, modifie, desactive et gere les employes.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22581-A40C-4588-B2A5-DC18D450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B3BA7-69CC-4655-B4F7-26978C4F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FF634-BD49-4B3A-BD93-8CD3F52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Pilote les clients, contacts, tickets, meetings, inbox et affectations.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579E3-4B17-4F11-8ACE-8162908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C680D-5737-4849-A0E9-DA8669B8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1BC61-D7C1-4E3F-98BB-6866FFE1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Supervise l'activite via dashboards, tickets, contacts et meetings en lecture controlee.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F9B04-A10E-49C5-9284-5477AE5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20C8A-9FF1-4AC1-A27E-9C8A3B57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IT / PKI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7F043-FA7E-406B-B935-29563D53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114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Traite les tickets assignes et echange dans les rooms autorisees.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A6B44-7D54-41EA-B18C-4C1975F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1FFEF-0425-4C73-AFF1-11A17DF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Demande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F5F0C-12F4-47DF-B24D-43D8DDFC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9F780-35D8-4824-BF1C-5DE7D5D4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62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Creation ticket SD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5581B-2283-41D8-BFE2-9702B04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FC634-9570-4531-8672-18E4C2F5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Affectation IT/PKI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661FE-1CE5-44E8-A536-39BE223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5B09C-DD3E-4C21-B86A-C3699206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Resolution validee par SD</a:t>
            </a:r>
          </a:p>
        </p:txBody>
      </p:sp>
    </p:spTree>
    <p:extLst>
      <p:ext uri="{BB962C8B-B14F-4D97-AF65-F5344CB8AC3E}">
        <p14:creationId xmlns:p14="http://schemas.microsoft.com/office/powerpoint/2010/main" val="1273782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3900D-1F47-4338-B545-DBA3F9F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FLUX E-MAIL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B1460-275A-4660-9AD3-4AEDC90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Un e-mail client devient une action SD puis un ticket suivi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7DCAD-6747-43F0-812C-2569798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 flux evite le travail manuel disperse et conserve les pieces utiles dans MySQL.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64481-4ABE-4149-86BD-83E8C396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8205A-7FC1-4E13-BF47-299E0C06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EC907-9913-4451-93B5-A92AB4F1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67ADB-1ACC-447B-9FFA-F02FDA5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2C367-E8D4-4C01-818C-D604163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DAAA0-EBF2-4D7D-912D-68BD63D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Envoie la demande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par e-mail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EFB42-81EF-4D2F-8B79-A363E19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73D4C-DD6E-4E68-A75D-0E5AF03B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F3142-08E9-4730-B478-E76A7DC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Boite 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F9C3D-88F4-40B0-9FB5-C4AA5409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Gmail IMAP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boite dediee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C07A0-BA43-4086-88E3-E669365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00BE5-ACA7-4F4E-82F2-DE390C3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2DFDF-5A6E-42D3-9B8B-BC74BA1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Sync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E4B5D-A18C-48C0-8641-5E3100A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ImapFlow + mailparser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lecture controlee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6C423-DE0D-407D-8174-2DDF52C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1DDB3-85B5-48E7-AA8F-40C02127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2ABA5-3880-432F-A024-BCAFD42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Base 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75A47-E5F2-49BB-A8EC-58B06ADB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client_emails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attachments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read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EABE4-E4C1-41FB-93A6-B4B3175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CF873-EF34-451B-8A4B-9FF5236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42316-1ABD-468A-86E8-2CE434E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Inbox SD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C0A46-A639-4773-950D-C08CB73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Lecture, tri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et creation ticket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99DC2-A365-4440-B6B7-9F919202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67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94157-55D6-42E5-A019-CBB9ECA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985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0F253-20B1-483C-BC7F-632511D0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Ticket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EAC20-CCEF-4B17-B66C-B324D59C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670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Assignation IT/PKI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suivi jusqu'a resolution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79570A-E436-4129-93BD-5D89BBD0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30967-99F0-47D2-A65E-A3C56BD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Choix operationnel recommande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70028-778B-4269-B433-7792CAA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Utiliser une boite Gmail dediee Service Delivery. Toute l'equipe SD travaille dans l'application, mais la reception externe reste centralisee et auditable.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D9F76-1A27-4905-B050-69D2944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38650"/>
            <a:ext cx="521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2A923-EFF0-4C7B-ADE2-D01F36E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Protection du flux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0CCB31-C336-4FBC-80B0-CC678951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86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Le mot de passe Gmail reste dans le .env backend. Les pieces jointes sont filtrees par type MIME et extension avant conservation.</a:t>
            </a:r>
          </a:p>
        </p:txBody>
      </p:sp>
    </p:spTree>
    <p:extLst>
      <p:ext uri="{BB962C8B-B14F-4D97-AF65-F5344CB8AC3E}">
        <p14:creationId xmlns:p14="http://schemas.microsoft.com/office/powerpoint/2010/main" val="207433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7ECC6-23AC-4936-903C-04A52EB8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TICKETS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1ABE1-CA2E-404F-B73D-8FF5DC21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 cycle de vie garde SD responsable de la resolution finale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361B9-0BDF-460C-B71E-E3647F89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IT et PKI traitent les incidents affectes, tandis que SD conserve le pilotage client.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4CA6-0011-490B-AC38-15B53EFD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38B3-D233-4D85-A0E3-050937C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B2B97-F330-4889-9352-989F4C0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59055-A52F-4F3B-ADEC-9C04361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75FC-3BFC-428F-A827-908E59A9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3F41F-DBD3-4891-8705-50AF239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Creation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FD840-1720-4C0F-BD1F-E4A5D8F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19048-E10A-45F3-9BEE-EEB6D21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034F3-4B2B-456B-82B3-C56DDB3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In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D8781-B07B-4CBD-92AC-D3ABB34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7675E-03E7-41AA-9B49-72FAEF24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F2E4E-3ED0-457B-AE3A-08CE670F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58C9A-76E9-4241-AC4B-295CDAB8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6160D-2E1A-4B15-8517-441A993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Risque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BC269-0462-438A-8988-7053490D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620EC-EDEB-48E4-A3BA-2A1FDF4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CEB6E-9265-45D4-89C5-2AF7925B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Critical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A6A14-ECCF-455F-AFCD-9CA180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Priorite haute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222A1-49C7-4CAD-B420-9125DBB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01D2F-4982-4A6F-82FA-CC91F4F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638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17A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82EDD-B722-431C-BFAB-8647ACB7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A673"/>
                </a:solidFill>
              </a:defRPr>
            </a:pPr>
            <a:r>
              <a:rPr sz="1650" b="1">
                <a:solidFill>
                  <a:srgbClr val="17A673"/>
                </a:solidFill>
              </a:rPr>
              <a:t>Resolved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DF95C-5F8F-4DC7-8DF7-7A10003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03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Verrouille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E262D-F2D1-41EF-A70B-24C9E087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DE26D-AC23-4CDE-9656-CD3AA522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Room temps reel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00EFD-189F-4CBB-B099-81B0215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Chaque ticket peut avoir une room Socket.IO avec controle d'acces par service autorise.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2A0D6-AFEA-4EA1-B112-1E05BF5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3E023-40A7-4276-A129-0322B9A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Commentaires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A0B9A-027B-4C2A-B4D6-28CF9B7A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52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Les propositions, suivis et decisions restent rattaches au ticket pour tracer le traitement.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D3607-6DE4-406B-A2FB-4906183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311E9D-5FE8-401E-943C-507A9E4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Meetings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75B98-DB9F-4690-B376-DDE3E4A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SD planifie les reunions; les invites acceptent ou rejettent selon les regles de visibilite.</a:t>
            </a:r>
          </a:p>
        </p:txBody>
      </p:sp>
    </p:spTree>
    <p:extLst>
      <p:ext uri="{BB962C8B-B14F-4D97-AF65-F5344CB8AC3E}">
        <p14:creationId xmlns:p14="http://schemas.microsoft.com/office/powerpoint/2010/main" val="69355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9477B-5C5B-4415-A649-6DA62542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64975-4A4A-4406-90DD-84EA5FB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La solution separe interface, API, metier, temps reel et donnees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A46A1-B9E9-4CC3-BE04-0D8B8BF3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Cette separation rend le projet plus simple a reprendre, tester et deployer.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BE2E4-EF2B-42B9-A5D7-3A89B92D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3354B-A5EB-492E-95D4-2BDCEB33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54DC9-C949-4820-9E51-5680539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36A3-524D-4B81-B822-63FEBF6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09739-3EDA-4F7C-BBDF-2F3F1046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A0EBA-1E7C-46FF-BBEF-17D437E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React 19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Vite 8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React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5108E-2860-4849-BEA5-4232FDD6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9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F5E39-4515-46B5-A4F1-CB8300F2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3C8F8-5906-407E-A189-CD8576EF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145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Backend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2E811-44B9-4EB3-B80D-4FE1C35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479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Express 5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JWT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Helmet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Rate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9755-9BF4-41C8-9A17-6C196F8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09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824E5-FCD2-4792-AEFE-3CE2B932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90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9373E-2293-4A2A-9A38-3FF74BEE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145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Services metier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95223-A8F4-4C3C-9BFA-CA73673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64795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Validation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regles roles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orchestration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A3B80-2BD4-4C4A-89FD-FAAFEF1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9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17A23-E889-4151-A224-28798150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93EEE-ACE0-45E8-B848-03458BA4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003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Repositories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F4396-F465-40BA-A4AD-F3DC6554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Requetes SQL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isolation 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CDBB7-A703-46F8-9F49-D860881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09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8FBCE-B81D-48B5-BC2C-3F0A38C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876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733BE-D3D7-4830-9418-F34DE44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6003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269D6-EA2D-40AB-BA84-CBB07A4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33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donnees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515CE-3C1D-4609-864A-08A60E14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5409A-6F05-4619-8FE8-B5F0436E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91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Socket.IO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5CDAB-0232-4342-87E9-E0414B1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Rooms tickets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messagerie temps reel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39494-A4BD-40BC-A794-CAAC454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67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8B25D-DFC0-4716-A9A9-388AAB3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91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Gmail IMAP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6D565-0C8F-4AC5-9A83-813ABA4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44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Inbox SD</a:t>
            </a:r>
          </a:p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synchronisation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1D86F-50D4-4421-BC46-363C71F5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9AB79-1800-4025-BDE1-CF15386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91362-F465-4561-98EA-91D45C60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HTTP JSON + JWT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BAB943-640B-4EDC-85D9-7D3FEA6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Socket et Gmail sont controles cote backend pour eviter les contournements directs.</a:t>
            </a:r>
          </a:p>
        </p:txBody>
      </p:sp>
    </p:spTree>
    <p:extLst>
      <p:ext uri="{BB962C8B-B14F-4D97-AF65-F5344CB8AC3E}">
        <p14:creationId xmlns:p14="http://schemas.microsoft.com/office/powerpoint/2010/main" val="69257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179C4-762F-4586-9AE5-4B88319F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PROTECTION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AECFA-977F-45A4-85F3-076166E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Les secrets quittent le code et les attaques courantes sont reduites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0DA9-90BC-4ED6-805C-E1942931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 durcissement combine .env, JWT, roles backend, limites de requetes et filtrage des fichiers.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FE0FE-07D4-4F08-9ED5-DCBA61C0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08DC2-AAC3-4AE9-853B-EA2ECB4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E5D97-5690-483A-9AB3-7736F12A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F3055-B0E5-45FD-ADC2-C2C416E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A2281-BAF3-4F11-9732-80B63D2D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.env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8CCE9-7C34-4155-9374-724F0C80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Secrets hors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2E958-8AAB-492D-92EE-155C374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JWT, DB, Gmail et admin initial.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C3F26-1EF8-4007-9F01-1F2075EA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4305-6EF8-45E3-921A-6B0BF79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A7E32-2B86-4573-9630-C09CAB2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71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Tentatives 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4601B-13D7-4EA9-AD1C-3256ECF2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Limite par fenetre configuree.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6BF1-498F-4E0B-BEA4-BC5E3F7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90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E6ECD-C28C-4896-98D6-B0BC4E2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81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316B8-3FCA-4963-AD34-21E75B0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Session signee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FBA46-8716-4478-870C-82FC39D6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Expiration configurable.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62AD9-E6A4-4F8E-BC0E-4BDB84CF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A3B9B-12C9-40AA-B3DF-A8C92269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CORS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2FA89-492E-4AD0-8D9F-26825E51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Origines limitees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FAC20-7A0B-4A94-BA7E-33C89036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Frontend autorise uniquement.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060B4-2786-40B3-BAA4-0A7BB3BE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58933-4FCF-47EE-A81E-56FB40D7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986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Brute force login: limite de tentatives et comptes inactifs bloques.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7A078-9B0A-4F67-BD11-51740FD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067A7-0039-4687-A9CB-2588DC2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986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IDOR ou acces direct: controle backend des roles, tickets et rooms.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CC02F-08E9-4BEF-856C-6C31B48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3A535C-F422-4D7F-884E-0E6D3D8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986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Fuite de secrets: .env non publie et .env.example sans vrais mots de passe.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6EBB8-B0A8-48DA-AEA0-8F9853E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A66EB-D010-4F34-8296-F3D5080E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0175"/>
            <a:ext cx="986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Pieces jointes dangereuses: filtrage MIME et extension avant stockage.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0F1C5-D237-466A-8286-B7ACF827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54049-39C6-4BEC-B296-F7E5F9D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986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Bootstrap admin abuse: ENABLE_ADMIN_BOOTSTRAP doit repasser a false apres creation.</a:t>
            </a:r>
          </a:p>
        </p:txBody>
      </p:sp>
    </p:spTree>
    <p:extLst>
      <p:ext uri="{BB962C8B-B14F-4D97-AF65-F5344CB8AC3E}">
        <p14:creationId xmlns:p14="http://schemas.microsoft.com/office/powerpoint/2010/main" val="11603703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15766-812C-4E0B-9A5F-A4E1656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5DB8A-A890-4B0A-B673-14218A0B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Les fichiers .env rendent chaque environnement reproductible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A8023-5672-4E05-A5DF-1E3926F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La structure vient des .env.example; les vraies valeurs sont ajoutees uniquement sur la machine ou la plateforme de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2A8E-061D-4E9D-987E-3278D7F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C9F80-AFD0-40EE-9225-7FD450E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24AC9-D868-4820-81E8-DEFCC841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2FF18-4A7D-41F6-B0D7-B8281C5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B4C9F-956B-4724-8482-6A16EEC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Backend .env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2DE08-D787-4B97-A0EF-D001667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14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PORT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JWT_SECRET / JWT_EXPIRES_IN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FRONTEND_URL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DB_HOST, DB_NAME, DB_USER, DB_PWD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GMAIL_IMAP_USER, GMAIL_APP_PASSWORD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ADMIN_INITIAL_* et ENABLE_ADMIN_BOOTSTRAP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7B55-A99E-457B-AAA5-8C1D567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E6AB9-A3C2-4ED9-B89D-600BBFF2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955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Frontend .env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95C08-58D6-4609-9582-BB5945F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2914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VITE_API_URL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VITE_SOCKET_URL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Variables publiques visibles dans le navigateur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Aucun secret backend ou Gmail dans le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52EB-4B48-4002-9EA8-0E6A326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7E49B-9588-49D8-9155-F4CD3B4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Plateforme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F161C-A3A6-4204-B32A-6C56D43A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914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Node.js et npm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MySQL accessible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Ports disponibles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Acces reseau frontend-backend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Compte Gmail avec IMAP si inbox activee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97A99-EF95-4F15-A7C3-D1970AC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Regle simple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7712B-E620-4194-87E6-5A0B292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44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Un nouvel utilisateur copie .env.example vers .env puis remplace seulement les valeurs propres a son environnement.</a:t>
            </a:r>
          </a:p>
        </p:txBody>
      </p:sp>
    </p:spTree>
    <p:extLst>
      <p:ext uri="{BB962C8B-B14F-4D97-AF65-F5344CB8AC3E}">
        <p14:creationId xmlns:p14="http://schemas.microsoft.com/office/powerpoint/2010/main" val="199419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BC639E-F89F-470D-A962-EEF9769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DEPLOIEMENT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CC1A9-DD03-4092-91A2-E4D5616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La mise en route de test suit une checklist courte et verifiable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E8C3C-A210-43B7-BF0E-75EAF77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Chaque etape produit un signal de controle avant de passer au flux metier.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28A11-1A89-4197-BCE0-61800365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AD782-F180-4FA1-BF19-23CB2AA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3DEB3-9374-4B91-9434-DCC99D7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3238F-613C-4969-BC78-F5EDCCB3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A659F-69AE-4712-BC87-6A51FBDD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C16C5-2C60-42D8-8281-6329A52E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Installer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2E2DB-D18D-4BE4-87F5-AD7ABDC2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91059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Node.js, npm, MySQL et dependances du depot.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3BC69-2A2A-4814-800A-058C7801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CD92E-CCAA-452E-8E24-E155A27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0BB9-1D61-4273-A16A-E53461CD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Configurer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CCD25-F2E8-4398-8601-731FE521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91059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Creer backend .env et frontend .env depuis les exemples.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209C7-42E6-429A-8E82-E76C20CE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7383C-88EE-4A73-BE95-EA61EEC0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2F5BF-6B6B-42BD-B563-C23B537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Initialiser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09FCC-D9CA-42B6-9C97-1631139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91059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Base MySQL, services de base et admin initial si necessaire.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1BB6A-6A19-400B-B148-FFBB695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27F75-694C-4F92-815C-5500A79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64478-71EF-40E7-B8FF-DD2946B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Lancer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5EC14-8034-4ACD-9B9C-52FEE06B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91059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npm run dev a la racine ou backend/frontend separement.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9C6AE-B59F-49F4-903C-68219733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E2943-B325-4D1B-A5DB-866BC701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61C55-F8F4-47FB-94B5-2823176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Controler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DA438-4531-42B4-BD9A-09D8A81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00700"/>
            <a:ext cx="91059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GET /test, GET /api, login admin et flux ticket complet.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6BFF2-7B71-41BD-AABF-2B52F94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293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Ports a surveiller: backend 2300, frontend 5173. Si un ancien serveur occupe le port, le liberer avant de relancer.</a:t>
            </a:r>
          </a:p>
        </p:txBody>
      </p:sp>
    </p:spTree>
    <p:extLst>
      <p:ext uri="{BB962C8B-B14F-4D97-AF65-F5344CB8AC3E}">
        <p14:creationId xmlns:p14="http://schemas.microsoft.com/office/powerpoint/2010/main" val="87982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F38E6-AB9B-4896-8C32-EBEAA488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CONTROLE QUALITE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408B1-CCDB-424E-AE75-FD1E28C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La validation combine tests techniques et parcours utilisateurs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D59B6-FB26-4BCD-985C-D666C15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 but est de prouver que la plateforme de test couvre les interactions critiques.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9606-963B-49F9-8166-975E2F25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AA2C4-5B92-4F44-86CD-49D8ABC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8D9FC-1BCD-4D0B-94A3-5646AA8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39946-2718-40DF-A8DE-9D3B4E27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DC97E-0839-4873-ADAD-DEB386E6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Tests techniques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F5ABD-074D-4978-84E3-EE7699A1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819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Frontend lint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Frontend build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Syntaxe backend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Health backend /test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API base /api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Connexion base 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C790E-9CFF-4E91-AA7C-30EBCF80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75069-E98D-44E9-9F19-83392FA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Flux fonctionnels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09B2E-9C97-4410-80E7-C09E5749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819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Login admin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Creation employe SD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Organisation et contact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Creation ticket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Affectation IT/PKI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Message, meeting et 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2790F-CC0A-47BB-AB3F-679BDA01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52E44-E297-4A85-B4B3-82DD6AD7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Points d'attention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4E727-1937-4C20-BA21-89F68F9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819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Gmail avec boite dediee SD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.env jamais commite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Admin bootstrap desactive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Port 5173 strict cote Vite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Permissions verifiees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19E4B-ACA6-41F4-B6C6-26268D7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La validation finale doit inclure une interaction par role: ADMIN, SD, Manager, IT et PKI.</a:t>
            </a:r>
          </a:p>
        </p:txBody>
      </p:sp>
    </p:spTree>
    <p:extLst>
      <p:ext uri="{BB962C8B-B14F-4D97-AF65-F5344CB8AC3E}">
        <p14:creationId xmlns:p14="http://schemas.microsoft.com/office/powerpoint/2010/main" val="9614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E1334-31A3-442B-B63A-3A3710B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REPRISE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336C9-F7B5-4108-B79F-0479348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L'equipe IT peut reprendre le projet avec un chemin clair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DF6C1-96B6-4E76-9D10-7FF559FB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Le dossier livre donne les elements pour analyser, configurer, deployer et verifier la solution sur la plateforme de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CF632-C9F0-4FD1-BBDC-0636887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E4362-8DAB-437B-93A2-365CE5E8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AGCE CRM - Livrable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6C3AC-374D-4149-9897-5CBB40F1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06592-867E-4D32-87FE-A2ABC05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 reprendre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89EC3-171B-4B5E-AC64-72D21391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F9B22-0411-4388-972A-A6146C1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Code source complet du depot full_stuck_ticket_gestion.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97047-78E6-431C-9A53-3806ACD2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0B89-7117-4E2C-878A-5BE77D95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Documentation Markdown et Word pour analyse technique et fonctionnelle.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5EC03-F141-4C3A-99B9-12E247E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36A43-2EA1-45B2-B017-E3DE2A3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Modeles .env.example pour backend et frontend.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DE0EF-D507-4CB5-8D8A-08FC616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189D0-E1F9-4D6E-A3F9-B5D5D15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Scripts SQL et schema MySQL applicatif.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9E23B-D837-4EEA-8F83-C997869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719DA-B6A1-4A4A-B632-2F30C408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Checklist de deploiement, controles qualite et points de securite.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72F41-DC4E-4A8E-8369-106DB23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DCFCC-D618-46C4-B3DA-E061E064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Prochaine decision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ABB37-455F-4A47-B0DE-2C85E8BA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Valider les valeurs d'environnement de test, creer la base propre, lancer le smoke test complet, puis figer la procedure de deploiement.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B429B-1DBB-4DAE-B5F0-2E4E7FE2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Fin du support</a:t>
            </a:r>
          </a:p>
        </p:txBody>
      </p:sp>
    </p:spTree>
    <p:extLst>
      <p:ext uri="{BB962C8B-B14F-4D97-AF65-F5344CB8AC3E}">
        <p14:creationId xmlns:p14="http://schemas.microsoft.com/office/powerpoint/2010/main" val="1639865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2026-07-08T02:44:02.2850000Z</dcterms:created>
  <dcterms:modified xsi:type="dcterms:W3CDTF">2026-07-08T02:44:02.2850000Z</dcterms:modified>
</coreProperties>
</file>